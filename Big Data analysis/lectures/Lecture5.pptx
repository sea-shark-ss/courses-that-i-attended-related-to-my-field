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6858000" cx="9144000"/>
  <p:notesSz cx="9144000" cy="6858000"/>
  <p:embeddedFontLst>
    <p:embeddedFont>
      <p:font typeface="Corbel"/>
      <p:regular r:id="rId20"/>
      <p:bold r:id="rId21"/>
      <p:italic r:id="rId22"/>
      <p:boldItalic r:id="rId23"/>
    </p:embeddedFont>
    <p:embeddedFont>
      <p:font typeface="Palatino Linotype"/>
      <p:regular r:id="rId24"/>
      <p:bold r:id="rId25"/>
      <p:italic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  <p:ext uri="GoogleSlidesCustomDataVersion2">
      <go:slidesCustomData xmlns:go="http://customooxmlschemas.google.com/" r:id="rId28" roundtripDataSignature="AMtx7mg8fzgSK4EsVdY7n53I8VlukiJOT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Corbel-regular.fntdata"/><Relationship Id="rId22" Type="http://schemas.openxmlformats.org/officeDocument/2006/relationships/font" Target="fonts/Corbel-italic.fntdata"/><Relationship Id="rId21" Type="http://schemas.openxmlformats.org/officeDocument/2006/relationships/font" Target="fonts/Corbel-bold.fntdata"/><Relationship Id="rId24" Type="http://schemas.openxmlformats.org/officeDocument/2006/relationships/font" Target="fonts/PalatinoLinotype-regular.fntdata"/><Relationship Id="rId23" Type="http://schemas.openxmlformats.org/officeDocument/2006/relationships/font" Target="fonts/Corbel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PalatinoLinotype-italic.fntdata"/><Relationship Id="rId25" Type="http://schemas.openxmlformats.org/officeDocument/2006/relationships/font" Target="fonts/PalatinoLinotype-bold.fntdata"/><Relationship Id="rId28" Type="http://customschemas.google.com/relationships/presentationmetadata" Target="metadata"/><Relationship Id="rId27" Type="http://schemas.openxmlformats.org/officeDocument/2006/relationships/font" Target="fonts/PalatinoLinotype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962400" cy="3444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5180013" y="0"/>
            <a:ext cx="3962400" cy="3444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3028950" y="857250"/>
            <a:ext cx="30861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6513513"/>
            <a:ext cx="3962400" cy="3444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:notes"/>
          <p:cNvSpPr txBox="1"/>
          <p:nvPr>
            <p:ph idx="1" type="body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1:notes"/>
          <p:cNvSpPr/>
          <p:nvPr>
            <p:ph idx="2" type="sldImg"/>
          </p:nvPr>
        </p:nvSpPr>
        <p:spPr>
          <a:xfrm>
            <a:off x="3028950" y="857250"/>
            <a:ext cx="30861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:notes"/>
          <p:cNvSpPr txBox="1"/>
          <p:nvPr>
            <p:ph idx="1" type="body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2:notes"/>
          <p:cNvSpPr/>
          <p:nvPr>
            <p:ph idx="2" type="sldImg"/>
          </p:nvPr>
        </p:nvSpPr>
        <p:spPr>
          <a:xfrm>
            <a:off x="3028950" y="857250"/>
            <a:ext cx="30861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3:notes"/>
          <p:cNvSpPr txBox="1"/>
          <p:nvPr>
            <p:ph idx="1" type="body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3:notes"/>
          <p:cNvSpPr/>
          <p:nvPr>
            <p:ph idx="2" type="sldImg"/>
          </p:nvPr>
        </p:nvSpPr>
        <p:spPr>
          <a:xfrm>
            <a:off x="3028950" y="857250"/>
            <a:ext cx="30861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4:notes"/>
          <p:cNvSpPr txBox="1"/>
          <p:nvPr>
            <p:ph idx="1" type="body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4:notes"/>
          <p:cNvSpPr/>
          <p:nvPr>
            <p:ph idx="2" type="sldImg"/>
          </p:nvPr>
        </p:nvSpPr>
        <p:spPr>
          <a:xfrm>
            <a:off x="3028950" y="857250"/>
            <a:ext cx="30861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5:notes"/>
          <p:cNvSpPr txBox="1"/>
          <p:nvPr>
            <p:ph idx="1" type="body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5:notes"/>
          <p:cNvSpPr/>
          <p:nvPr>
            <p:ph idx="2" type="sldImg"/>
          </p:nvPr>
        </p:nvSpPr>
        <p:spPr>
          <a:xfrm>
            <a:off x="3028950" y="857250"/>
            <a:ext cx="30861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6:notes"/>
          <p:cNvSpPr txBox="1"/>
          <p:nvPr>
            <p:ph idx="1" type="body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6:notes"/>
          <p:cNvSpPr/>
          <p:nvPr>
            <p:ph idx="2" type="sldImg"/>
          </p:nvPr>
        </p:nvSpPr>
        <p:spPr>
          <a:xfrm>
            <a:off x="3028950" y="857250"/>
            <a:ext cx="30861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7:notes"/>
          <p:cNvSpPr txBox="1"/>
          <p:nvPr>
            <p:ph idx="1" type="body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7:notes"/>
          <p:cNvSpPr/>
          <p:nvPr>
            <p:ph idx="2" type="sldImg"/>
          </p:nvPr>
        </p:nvSpPr>
        <p:spPr>
          <a:xfrm>
            <a:off x="3028950" y="857250"/>
            <a:ext cx="30861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8:notes"/>
          <p:cNvSpPr txBox="1"/>
          <p:nvPr>
            <p:ph idx="1" type="body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8:notes"/>
          <p:cNvSpPr/>
          <p:nvPr>
            <p:ph idx="2" type="sldImg"/>
          </p:nvPr>
        </p:nvSpPr>
        <p:spPr>
          <a:xfrm>
            <a:off x="3028950" y="857250"/>
            <a:ext cx="30861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9:notes"/>
          <p:cNvSpPr txBox="1"/>
          <p:nvPr>
            <p:ph idx="1" type="body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9:notes"/>
          <p:cNvSpPr/>
          <p:nvPr>
            <p:ph idx="2" type="sldImg"/>
          </p:nvPr>
        </p:nvSpPr>
        <p:spPr>
          <a:xfrm>
            <a:off x="3028950" y="857250"/>
            <a:ext cx="30861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0:notes"/>
          <p:cNvSpPr txBox="1"/>
          <p:nvPr>
            <p:ph idx="1" type="body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10:notes"/>
          <p:cNvSpPr/>
          <p:nvPr>
            <p:ph idx="2" type="sldImg"/>
          </p:nvPr>
        </p:nvSpPr>
        <p:spPr>
          <a:xfrm>
            <a:off x="3028950" y="857250"/>
            <a:ext cx="30861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1:notes"/>
          <p:cNvSpPr txBox="1"/>
          <p:nvPr>
            <p:ph idx="1" type="body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11:notes"/>
          <p:cNvSpPr/>
          <p:nvPr>
            <p:ph idx="2" type="sldImg"/>
          </p:nvPr>
        </p:nvSpPr>
        <p:spPr>
          <a:xfrm>
            <a:off x="3028950" y="857250"/>
            <a:ext cx="30861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2:notes"/>
          <p:cNvSpPr txBox="1"/>
          <p:nvPr>
            <p:ph idx="1" type="body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12:notes"/>
          <p:cNvSpPr/>
          <p:nvPr>
            <p:ph idx="2" type="sldImg"/>
          </p:nvPr>
        </p:nvSpPr>
        <p:spPr>
          <a:xfrm>
            <a:off x="3028950" y="857250"/>
            <a:ext cx="30861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3:notes"/>
          <p:cNvSpPr txBox="1"/>
          <p:nvPr>
            <p:ph idx="1" type="body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13:notes"/>
          <p:cNvSpPr/>
          <p:nvPr>
            <p:ph idx="2" type="sldImg"/>
          </p:nvPr>
        </p:nvSpPr>
        <p:spPr>
          <a:xfrm>
            <a:off x="3028950" y="857250"/>
            <a:ext cx="30861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4:notes"/>
          <p:cNvSpPr txBox="1"/>
          <p:nvPr>
            <p:ph idx="1" type="body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14:notes"/>
          <p:cNvSpPr/>
          <p:nvPr>
            <p:ph idx="2" type="sldImg"/>
          </p:nvPr>
        </p:nvSpPr>
        <p:spPr>
          <a:xfrm>
            <a:off x="3028950" y="857250"/>
            <a:ext cx="30861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obj">
  <p:cSld name="OBJECT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16"/>
          <p:cNvSpPr txBox="1"/>
          <p:nvPr>
            <p:ph idx="11" type="ftr"/>
          </p:nvPr>
        </p:nvSpPr>
        <p:spPr>
          <a:xfrm>
            <a:off x="554672" y="6713609"/>
            <a:ext cx="523875" cy="1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>
                <a:solidFill>
                  <a:srgbClr val="3E3E3E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6"/>
          <p:cNvSpPr txBox="1"/>
          <p:nvPr>
            <p:ph idx="10" type="dt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6"/>
          <p:cNvSpPr txBox="1"/>
          <p:nvPr>
            <p:ph idx="12" type="sldNum"/>
          </p:nvPr>
        </p:nvSpPr>
        <p:spPr>
          <a:xfrm>
            <a:off x="8704960" y="6713609"/>
            <a:ext cx="190500" cy="1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38100" marR="0" algn="l">
              <a:lnSpc>
                <a:spcPct val="100000"/>
              </a:lnSpc>
              <a:spcBef>
                <a:spcPts val="0"/>
              </a:spcBef>
              <a:buNone/>
              <a:defRPr b="0" i="0" sz="900">
                <a:solidFill>
                  <a:srgbClr val="3E3E3E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38100" marR="0" algn="l">
              <a:lnSpc>
                <a:spcPct val="100000"/>
              </a:lnSpc>
              <a:spcBef>
                <a:spcPts val="0"/>
              </a:spcBef>
              <a:buNone/>
              <a:defRPr b="0" i="0" sz="900">
                <a:solidFill>
                  <a:srgbClr val="3E3E3E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38100" marR="0" algn="l">
              <a:lnSpc>
                <a:spcPct val="100000"/>
              </a:lnSpc>
              <a:spcBef>
                <a:spcPts val="0"/>
              </a:spcBef>
              <a:buNone/>
              <a:defRPr b="0" i="0" sz="900">
                <a:solidFill>
                  <a:srgbClr val="3E3E3E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38100" marR="0" algn="l">
              <a:lnSpc>
                <a:spcPct val="100000"/>
              </a:lnSpc>
              <a:spcBef>
                <a:spcPts val="0"/>
              </a:spcBef>
              <a:buNone/>
              <a:defRPr b="0" i="0" sz="900">
                <a:solidFill>
                  <a:srgbClr val="3E3E3E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38100" marR="0" algn="l">
              <a:lnSpc>
                <a:spcPct val="100000"/>
              </a:lnSpc>
              <a:spcBef>
                <a:spcPts val="0"/>
              </a:spcBef>
              <a:buNone/>
              <a:defRPr b="0" i="0" sz="900">
                <a:solidFill>
                  <a:srgbClr val="3E3E3E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38100" marR="0" algn="l">
              <a:lnSpc>
                <a:spcPct val="100000"/>
              </a:lnSpc>
              <a:spcBef>
                <a:spcPts val="0"/>
              </a:spcBef>
              <a:buNone/>
              <a:defRPr b="0" i="0" sz="900">
                <a:solidFill>
                  <a:srgbClr val="3E3E3E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8100" marR="0" algn="l">
              <a:lnSpc>
                <a:spcPct val="100000"/>
              </a:lnSpc>
              <a:spcBef>
                <a:spcPts val="0"/>
              </a:spcBef>
              <a:buNone/>
              <a:defRPr b="0" i="0" sz="900">
                <a:solidFill>
                  <a:srgbClr val="3E3E3E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38100" marR="0" algn="l">
              <a:lnSpc>
                <a:spcPct val="100000"/>
              </a:lnSpc>
              <a:spcBef>
                <a:spcPts val="0"/>
              </a:spcBef>
              <a:buNone/>
              <a:defRPr b="0" i="0" sz="900">
                <a:solidFill>
                  <a:srgbClr val="3E3E3E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38100" marR="0" algn="l">
              <a:lnSpc>
                <a:spcPct val="100000"/>
              </a:lnSpc>
              <a:spcBef>
                <a:spcPts val="0"/>
              </a:spcBef>
              <a:buNone/>
              <a:defRPr b="0" i="0" sz="900">
                <a:solidFill>
                  <a:srgbClr val="3E3E3E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3810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7"/>
          <p:cNvSpPr txBox="1"/>
          <p:nvPr>
            <p:ph type="title"/>
          </p:nvPr>
        </p:nvSpPr>
        <p:spPr>
          <a:xfrm>
            <a:off x="938530" y="1716064"/>
            <a:ext cx="3696970" cy="5448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1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17"/>
          <p:cNvSpPr txBox="1"/>
          <p:nvPr>
            <p:ph idx="1" type="body"/>
          </p:nvPr>
        </p:nvSpPr>
        <p:spPr>
          <a:xfrm>
            <a:off x="614362" y="2117695"/>
            <a:ext cx="7790180" cy="4448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7"/>
          <p:cNvSpPr txBox="1"/>
          <p:nvPr>
            <p:ph idx="11" type="ftr"/>
          </p:nvPr>
        </p:nvSpPr>
        <p:spPr>
          <a:xfrm>
            <a:off x="554672" y="6713609"/>
            <a:ext cx="523875" cy="1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>
                <a:solidFill>
                  <a:srgbClr val="3E3E3E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7"/>
          <p:cNvSpPr txBox="1"/>
          <p:nvPr>
            <p:ph idx="10" type="dt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7"/>
          <p:cNvSpPr txBox="1"/>
          <p:nvPr>
            <p:ph idx="12" type="sldNum"/>
          </p:nvPr>
        </p:nvSpPr>
        <p:spPr>
          <a:xfrm>
            <a:off x="8704960" y="6713609"/>
            <a:ext cx="190500" cy="1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38100" marR="0" algn="l">
              <a:lnSpc>
                <a:spcPct val="100000"/>
              </a:lnSpc>
              <a:spcBef>
                <a:spcPts val="0"/>
              </a:spcBef>
              <a:buNone/>
              <a:defRPr b="0" i="0" sz="900">
                <a:solidFill>
                  <a:srgbClr val="3E3E3E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38100" marR="0" algn="l">
              <a:lnSpc>
                <a:spcPct val="100000"/>
              </a:lnSpc>
              <a:spcBef>
                <a:spcPts val="0"/>
              </a:spcBef>
              <a:buNone/>
              <a:defRPr b="0" i="0" sz="900">
                <a:solidFill>
                  <a:srgbClr val="3E3E3E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38100" marR="0" algn="l">
              <a:lnSpc>
                <a:spcPct val="100000"/>
              </a:lnSpc>
              <a:spcBef>
                <a:spcPts val="0"/>
              </a:spcBef>
              <a:buNone/>
              <a:defRPr b="0" i="0" sz="900">
                <a:solidFill>
                  <a:srgbClr val="3E3E3E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38100" marR="0" algn="l">
              <a:lnSpc>
                <a:spcPct val="100000"/>
              </a:lnSpc>
              <a:spcBef>
                <a:spcPts val="0"/>
              </a:spcBef>
              <a:buNone/>
              <a:defRPr b="0" i="0" sz="900">
                <a:solidFill>
                  <a:srgbClr val="3E3E3E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38100" marR="0" algn="l">
              <a:lnSpc>
                <a:spcPct val="100000"/>
              </a:lnSpc>
              <a:spcBef>
                <a:spcPts val="0"/>
              </a:spcBef>
              <a:buNone/>
              <a:defRPr b="0" i="0" sz="900">
                <a:solidFill>
                  <a:srgbClr val="3E3E3E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38100" marR="0" algn="l">
              <a:lnSpc>
                <a:spcPct val="100000"/>
              </a:lnSpc>
              <a:spcBef>
                <a:spcPts val="0"/>
              </a:spcBef>
              <a:buNone/>
              <a:defRPr b="0" i="0" sz="900">
                <a:solidFill>
                  <a:srgbClr val="3E3E3E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8100" marR="0" algn="l">
              <a:lnSpc>
                <a:spcPct val="100000"/>
              </a:lnSpc>
              <a:spcBef>
                <a:spcPts val="0"/>
              </a:spcBef>
              <a:buNone/>
              <a:defRPr b="0" i="0" sz="900">
                <a:solidFill>
                  <a:srgbClr val="3E3E3E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38100" marR="0" algn="l">
              <a:lnSpc>
                <a:spcPct val="100000"/>
              </a:lnSpc>
              <a:spcBef>
                <a:spcPts val="0"/>
              </a:spcBef>
              <a:buNone/>
              <a:defRPr b="0" i="0" sz="900">
                <a:solidFill>
                  <a:srgbClr val="3E3E3E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38100" marR="0" algn="l">
              <a:lnSpc>
                <a:spcPct val="100000"/>
              </a:lnSpc>
              <a:spcBef>
                <a:spcPts val="0"/>
              </a:spcBef>
              <a:buNone/>
              <a:defRPr b="0" i="0" sz="900">
                <a:solidFill>
                  <a:srgbClr val="3E3E3E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3810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8"/>
          <p:cNvSpPr txBox="1"/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8"/>
          <p:cNvSpPr txBox="1"/>
          <p:nvPr>
            <p:ph idx="1" type="subTitle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8"/>
          <p:cNvSpPr txBox="1"/>
          <p:nvPr>
            <p:ph idx="11" type="ftr"/>
          </p:nvPr>
        </p:nvSpPr>
        <p:spPr>
          <a:xfrm>
            <a:off x="554672" y="6713609"/>
            <a:ext cx="523875" cy="1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>
                <a:solidFill>
                  <a:srgbClr val="3E3E3E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8"/>
          <p:cNvSpPr txBox="1"/>
          <p:nvPr>
            <p:ph idx="10" type="dt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8"/>
          <p:cNvSpPr txBox="1"/>
          <p:nvPr>
            <p:ph idx="12" type="sldNum"/>
          </p:nvPr>
        </p:nvSpPr>
        <p:spPr>
          <a:xfrm>
            <a:off x="8704960" y="6713609"/>
            <a:ext cx="190500" cy="1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38100" marR="0" algn="l">
              <a:lnSpc>
                <a:spcPct val="100000"/>
              </a:lnSpc>
              <a:spcBef>
                <a:spcPts val="0"/>
              </a:spcBef>
              <a:buNone/>
              <a:defRPr b="0" i="0" sz="900">
                <a:solidFill>
                  <a:srgbClr val="3E3E3E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38100" marR="0" algn="l">
              <a:lnSpc>
                <a:spcPct val="100000"/>
              </a:lnSpc>
              <a:spcBef>
                <a:spcPts val="0"/>
              </a:spcBef>
              <a:buNone/>
              <a:defRPr b="0" i="0" sz="900">
                <a:solidFill>
                  <a:srgbClr val="3E3E3E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38100" marR="0" algn="l">
              <a:lnSpc>
                <a:spcPct val="100000"/>
              </a:lnSpc>
              <a:spcBef>
                <a:spcPts val="0"/>
              </a:spcBef>
              <a:buNone/>
              <a:defRPr b="0" i="0" sz="900">
                <a:solidFill>
                  <a:srgbClr val="3E3E3E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38100" marR="0" algn="l">
              <a:lnSpc>
                <a:spcPct val="100000"/>
              </a:lnSpc>
              <a:spcBef>
                <a:spcPts val="0"/>
              </a:spcBef>
              <a:buNone/>
              <a:defRPr b="0" i="0" sz="900">
                <a:solidFill>
                  <a:srgbClr val="3E3E3E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38100" marR="0" algn="l">
              <a:lnSpc>
                <a:spcPct val="100000"/>
              </a:lnSpc>
              <a:spcBef>
                <a:spcPts val="0"/>
              </a:spcBef>
              <a:buNone/>
              <a:defRPr b="0" i="0" sz="900">
                <a:solidFill>
                  <a:srgbClr val="3E3E3E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38100" marR="0" algn="l">
              <a:lnSpc>
                <a:spcPct val="100000"/>
              </a:lnSpc>
              <a:spcBef>
                <a:spcPts val="0"/>
              </a:spcBef>
              <a:buNone/>
              <a:defRPr b="0" i="0" sz="900">
                <a:solidFill>
                  <a:srgbClr val="3E3E3E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8100" marR="0" algn="l">
              <a:lnSpc>
                <a:spcPct val="100000"/>
              </a:lnSpc>
              <a:spcBef>
                <a:spcPts val="0"/>
              </a:spcBef>
              <a:buNone/>
              <a:defRPr b="0" i="0" sz="900">
                <a:solidFill>
                  <a:srgbClr val="3E3E3E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38100" marR="0" algn="l">
              <a:lnSpc>
                <a:spcPct val="100000"/>
              </a:lnSpc>
              <a:spcBef>
                <a:spcPts val="0"/>
              </a:spcBef>
              <a:buNone/>
              <a:defRPr b="0" i="0" sz="900">
                <a:solidFill>
                  <a:srgbClr val="3E3E3E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38100" marR="0" algn="l">
              <a:lnSpc>
                <a:spcPct val="100000"/>
              </a:lnSpc>
              <a:spcBef>
                <a:spcPts val="0"/>
              </a:spcBef>
              <a:buNone/>
              <a:defRPr b="0" i="0" sz="900">
                <a:solidFill>
                  <a:srgbClr val="3E3E3E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3810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9"/>
          <p:cNvSpPr txBox="1"/>
          <p:nvPr>
            <p:ph type="title"/>
          </p:nvPr>
        </p:nvSpPr>
        <p:spPr>
          <a:xfrm>
            <a:off x="938530" y="1716064"/>
            <a:ext cx="3696970" cy="5448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1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9"/>
          <p:cNvSpPr txBox="1"/>
          <p:nvPr>
            <p:ph idx="1" type="body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19"/>
          <p:cNvSpPr txBox="1"/>
          <p:nvPr>
            <p:ph idx="2" type="body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9"/>
          <p:cNvSpPr txBox="1"/>
          <p:nvPr>
            <p:ph idx="11" type="ftr"/>
          </p:nvPr>
        </p:nvSpPr>
        <p:spPr>
          <a:xfrm>
            <a:off x="554672" y="6713609"/>
            <a:ext cx="523875" cy="1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>
                <a:solidFill>
                  <a:srgbClr val="3E3E3E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9"/>
          <p:cNvSpPr txBox="1"/>
          <p:nvPr>
            <p:ph idx="10" type="dt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19"/>
          <p:cNvSpPr txBox="1"/>
          <p:nvPr>
            <p:ph idx="12" type="sldNum"/>
          </p:nvPr>
        </p:nvSpPr>
        <p:spPr>
          <a:xfrm>
            <a:off x="8704960" y="6713609"/>
            <a:ext cx="190500" cy="1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38100" marR="0" algn="l">
              <a:lnSpc>
                <a:spcPct val="100000"/>
              </a:lnSpc>
              <a:spcBef>
                <a:spcPts val="0"/>
              </a:spcBef>
              <a:buNone/>
              <a:defRPr b="0" i="0" sz="900">
                <a:solidFill>
                  <a:srgbClr val="3E3E3E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38100" marR="0" algn="l">
              <a:lnSpc>
                <a:spcPct val="100000"/>
              </a:lnSpc>
              <a:spcBef>
                <a:spcPts val="0"/>
              </a:spcBef>
              <a:buNone/>
              <a:defRPr b="0" i="0" sz="900">
                <a:solidFill>
                  <a:srgbClr val="3E3E3E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38100" marR="0" algn="l">
              <a:lnSpc>
                <a:spcPct val="100000"/>
              </a:lnSpc>
              <a:spcBef>
                <a:spcPts val="0"/>
              </a:spcBef>
              <a:buNone/>
              <a:defRPr b="0" i="0" sz="900">
                <a:solidFill>
                  <a:srgbClr val="3E3E3E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38100" marR="0" algn="l">
              <a:lnSpc>
                <a:spcPct val="100000"/>
              </a:lnSpc>
              <a:spcBef>
                <a:spcPts val="0"/>
              </a:spcBef>
              <a:buNone/>
              <a:defRPr b="0" i="0" sz="900">
                <a:solidFill>
                  <a:srgbClr val="3E3E3E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38100" marR="0" algn="l">
              <a:lnSpc>
                <a:spcPct val="100000"/>
              </a:lnSpc>
              <a:spcBef>
                <a:spcPts val="0"/>
              </a:spcBef>
              <a:buNone/>
              <a:defRPr b="0" i="0" sz="900">
                <a:solidFill>
                  <a:srgbClr val="3E3E3E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38100" marR="0" algn="l">
              <a:lnSpc>
                <a:spcPct val="100000"/>
              </a:lnSpc>
              <a:spcBef>
                <a:spcPts val="0"/>
              </a:spcBef>
              <a:buNone/>
              <a:defRPr b="0" i="0" sz="900">
                <a:solidFill>
                  <a:srgbClr val="3E3E3E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8100" marR="0" algn="l">
              <a:lnSpc>
                <a:spcPct val="100000"/>
              </a:lnSpc>
              <a:spcBef>
                <a:spcPts val="0"/>
              </a:spcBef>
              <a:buNone/>
              <a:defRPr b="0" i="0" sz="900">
                <a:solidFill>
                  <a:srgbClr val="3E3E3E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38100" marR="0" algn="l">
              <a:lnSpc>
                <a:spcPct val="100000"/>
              </a:lnSpc>
              <a:spcBef>
                <a:spcPts val="0"/>
              </a:spcBef>
              <a:buNone/>
              <a:defRPr b="0" i="0" sz="900">
                <a:solidFill>
                  <a:srgbClr val="3E3E3E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38100" marR="0" algn="l">
              <a:lnSpc>
                <a:spcPct val="100000"/>
              </a:lnSpc>
              <a:spcBef>
                <a:spcPts val="0"/>
              </a:spcBef>
              <a:buNone/>
              <a:defRPr b="0" i="0" sz="900">
                <a:solidFill>
                  <a:srgbClr val="3E3E3E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3810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showMasterSp="0">
  <p:cSld name="Title Only">
    <p:bg>
      <p:bgPr>
        <a:solidFill>
          <a:schemeClr val="lt1"/>
        </a:solidFill>
      </p:bgPr>
    </p:bg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0"/>
          <p:cNvSpPr txBox="1"/>
          <p:nvPr>
            <p:ph type="title"/>
          </p:nvPr>
        </p:nvSpPr>
        <p:spPr>
          <a:xfrm>
            <a:off x="938530" y="1716064"/>
            <a:ext cx="3696970" cy="5448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1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0"/>
          <p:cNvSpPr txBox="1"/>
          <p:nvPr>
            <p:ph idx="11" type="ftr"/>
          </p:nvPr>
        </p:nvSpPr>
        <p:spPr>
          <a:xfrm>
            <a:off x="554672" y="6713609"/>
            <a:ext cx="523875" cy="1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>
                <a:solidFill>
                  <a:srgbClr val="3E3E3E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20"/>
          <p:cNvSpPr txBox="1"/>
          <p:nvPr>
            <p:ph idx="10" type="dt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20"/>
          <p:cNvSpPr txBox="1"/>
          <p:nvPr>
            <p:ph idx="12" type="sldNum"/>
          </p:nvPr>
        </p:nvSpPr>
        <p:spPr>
          <a:xfrm>
            <a:off x="8704960" y="6713609"/>
            <a:ext cx="190500" cy="1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38100" marR="0" algn="l">
              <a:lnSpc>
                <a:spcPct val="100000"/>
              </a:lnSpc>
              <a:spcBef>
                <a:spcPts val="0"/>
              </a:spcBef>
              <a:buNone/>
              <a:defRPr b="0" i="0" sz="900">
                <a:solidFill>
                  <a:srgbClr val="3E3E3E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38100" marR="0" algn="l">
              <a:lnSpc>
                <a:spcPct val="100000"/>
              </a:lnSpc>
              <a:spcBef>
                <a:spcPts val="0"/>
              </a:spcBef>
              <a:buNone/>
              <a:defRPr b="0" i="0" sz="900">
                <a:solidFill>
                  <a:srgbClr val="3E3E3E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38100" marR="0" algn="l">
              <a:lnSpc>
                <a:spcPct val="100000"/>
              </a:lnSpc>
              <a:spcBef>
                <a:spcPts val="0"/>
              </a:spcBef>
              <a:buNone/>
              <a:defRPr b="0" i="0" sz="900">
                <a:solidFill>
                  <a:srgbClr val="3E3E3E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38100" marR="0" algn="l">
              <a:lnSpc>
                <a:spcPct val="100000"/>
              </a:lnSpc>
              <a:spcBef>
                <a:spcPts val="0"/>
              </a:spcBef>
              <a:buNone/>
              <a:defRPr b="0" i="0" sz="900">
                <a:solidFill>
                  <a:srgbClr val="3E3E3E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38100" marR="0" algn="l">
              <a:lnSpc>
                <a:spcPct val="100000"/>
              </a:lnSpc>
              <a:spcBef>
                <a:spcPts val="0"/>
              </a:spcBef>
              <a:buNone/>
              <a:defRPr b="0" i="0" sz="900">
                <a:solidFill>
                  <a:srgbClr val="3E3E3E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38100" marR="0" algn="l">
              <a:lnSpc>
                <a:spcPct val="100000"/>
              </a:lnSpc>
              <a:spcBef>
                <a:spcPts val="0"/>
              </a:spcBef>
              <a:buNone/>
              <a:defRPr b="0" i="0" sz="900">
                <a:solidFill>
                  <a:srgbClr val="3E3E3E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8100" marR="0" algn="l">
              <a:lnSpc>
                <a:spcPct val="100000"/>
              </a:lnSpc>
              <a:spcBef>
                <a:spcPts val="0"/>
              </a:spcBef>
              <a:buNone/>
              <a:defRPr b="0" i="0" sz="900">
                <a:solidFill>
                  <a:srgbClr val="3E3E3E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38100" marR="0" algn="l">
              <a:lnSpc>
                <a:spcPct val="100000"/>
              </a:lnSpc>
              <a:spcBef>
                <a:spcPts val="0"/>
              </a:spcBef>
              <a:buNone/>
              <a:defRPr b="0" i="0" sz="900">
                <a:solidFill>
                  <a:srgbClr val="3E3E3E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38100" marR="0" algn="l">
              <a:lnSpc>
                <a:spcPct val="100000"/>
              </a:lnSpc>
              <a:spcBef>
                <a:spcPts val="0"/>
              </a:spcBef>
              <a:buNone/>
              <a:defRPr b="0" i="0" sz="900">
                <a:solidFill>
                  <a:srgbClr val="3E3E3E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3810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15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999426"/>
            <a:ext cx="9144000" cy="110489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15"/>
          <p:cNvSpPr/>
          <p:nvPr/>
        </p:nvSpPr>
        <p:spPr>
          <a:xfrm>
            <a:off x="0" y="1019175"/>
            <a:ext cx="9144000" cy="47625"/>
          </a:xfrm>
          <a:custGeom>
            <a:rect b="b" l="l" r="r" t="t"/>
            <a:pathLst>
              <a:path extrusionOk="0" h="47625" w="9144000">
                <a:moveTo>
                  <a:pt x="9144000" y="0"/>
                </a:moveTo>
                <a:lnTo>
                  <a:pt x="0" y="0"/>
                </a:lnTo>
                <a:lnTo>
                  <a:pt x="0" y="47625"/>
                </a:lnTo>
                <a:lnTo>
                  <a:pt x="9144000" y="47625"/>
                </a:lnTo>
                <a:lnTo>
                  <a:pt x="914400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" name="Google Shape;12;p15"/>
          <p:cNvSpPr/>
          <p:nvPr/>
        </p:nvSpPr>
        <p:spPr>
          <a:xfrm>
            <a:off x="0" y="0"/>
            <a:ext cx="9144000" cy="1019175"/>
          </a:xfrm>
          <a:custGeom>
            <a:rect b="b" l="l" r="r" t="t"/>
            <a:pathLst>
              <a:path extrusionOk="0" h="1019175" w="9144000">
                <a:moveTo>
                  <a:pt x="9144000" y="0"/>
                </a:moveTo>
                <a:lnTo>
                  <a:pt x="0" y="0"/>
                </a:lnTo>
                <a:lnTo>
                  <a:pt x="0" y="1019175"/>
                </a:lnTo>
                <a:lnTo>
                  <a:pt x="9144000" y="1019175"/>
                </a:lnTo>
                <a:lnTo>
                  <a:pt x="914400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13;p15"/>
          <p:cNvSpPr txBox="1"/>
          <p:nvPr>
            <p:ph type="title"/>
          </p:nvPr>
        </p:nvSpPr>
        <p:spPr>
          <a:xfrm>
            <a:off x="938530" y="1716064"/>
            <a:ext cx="3696970" cy="5448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1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4" name="Google Shape;14;p15"/>
          <p:cNvSpPr txBox="1"/>
          <p:nvPr>
            <p:ph idx="1" type="body"/>
          </p:nvPr>
        </p:nvSpPr>
        <p:spPr>
          <a:xfrm>
            <a:off x="614362" y="2117695"/>
            <a:ext cx="7790180" cy="4448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5" name="Google Shape;15;p15"/>
          <p:cNvSpPr txBox="1"/>
          <p:nvPr>
            <p:ph idx="11" type="ftr"/>
          </p:nvPr>
        </p:nvSpPr>
        <p:spPr>
          <a:xfrm>
            <a:off x="554672" y="6713609"/>
            <a:ext cx="523875" cy="1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>
                <a:solidFill>
                  <a:srgbClr val="3E3E3E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6" name="Google Shape;16;p15"/>
          <p:cNvSpPr txBox="1"/>
          <p:nvPr>
            <p:ph idx="10" type="dt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7" name="Google Shape;17;p15"/>
          <p:cNvSpPr txBox="1"/>
          <p:nvPr>
            <p:ph idx="12" type="sldNum"/>
          </p:nvPr>
        </p:nvSpPr>
        <p:spPr>
          <a:xfrm>
            <a:off x="8704960" y="6713609"/>
            <a:ext cx="190500" cy="1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38100" marR="0" rtl="0" algn="l">
              <a:lnSpc>
                <a:spcPct val="100000"/>
              </a:lnSpc>
              <a:spcBef>
                <a:spcPts val="0"/>
              </a:spcBef>
              <a:buNone/>
              <a:defRPr b="0" i="0" sz="900" u="none">
                <a:solidFill>
                  <a:srgbClr val="3E3E3E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38100" marR="0" rtl="0" algn="l">
              <a:lnSpc>
                <a:spcPct val="100000"/>
              </a:lnSpc>
              <a:spcBef>
                <a:spcPts val="0"/>
              </a:spcBef>
              <a:buNone/>
              <a:defRPr b="0" i="0" sz="900" u="none">
                <a:solidFill>
                  <a:srgbClr val="3E3E3E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38100" marR="0" rtl="0" algn="l">
              <a:lnSpc>
                <a:spcPct val="100000"/>
              </a:lnSpc>
              <a:spcBef>
                <a:spcPts val="0"/>
              </a:spcBef>
              <a:buNone/>
              <a:defRPr b="0" i="0" sz="900" u="none">
                <a:solidFill>
                  <a:srgbClr val="3E3E3E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38100" marR="0" rtl="0" algn="l">
              <a:lnSpc>
                <a:spcPct val="100000"/>
              </a:lnSpc>
              <a:spcBef>
                <a:spcPts val="0"/>
              </a:spcBef>
              <a:buNone/>
              <a:defRPr b="0" i="0" sz="900" u="none">
                <a:solidFill>
                  <a:srgbClr val="3E3E3E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38100" marR="0" rtl="0" algn="l">
              <a:lnSpc>
                <a:spcPct val="100000"/>
              </a:lnSpc>
              <a:spcBef>
                <a:spcPts val="0"/>
              </a:spcBef>
              <a:buNone/>
              <a:defRPr b="0" i="0" sz="900" u="none">
                <a:solidFill>
                  <a:srgbClr val="3E3E3E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38100" marR="0" rtl="0" algn="l">
              <a:lnSpc>
                <a:spcPct val="100000"/>
              </a:lnSpc>
              <a:spcBef>
                <a:spcPts val="0"/>
              </a:spcBef>
              <a:buNone/>
              <a:defRPr b="0" i="0" sz="900" u="none">
                <a:solidFill>
                  <a:srgbClr val="3E3E3E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8100" marR="0" rtl="0" algn="l">
              <a:lnSpc>
                <a:spcPct val="100000"/>
              </a:lnSpc>
              <a:spcBef>
                <a:spcPts val="0"/>
              </a:spcBef>
              <a:buNone/>
              <a:defRPr b="0" i="0" sz="900" u="none">
                <a:solidFill>
                  <a:srgbClr val="3E3E3E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38100" marR="0" rtl="0" algn="l">
              <a:lnSpc>
                <a:spcPct val="100000"/>
              </a:lnSpc>
              <a:spcBef>
                <a:spcPts val="0"/>
              </a:spcBef>
              <a:buNone/>
              <a:defRPr b="0" i="0" sz="900" u="none">
                <a:solidFill>
                  <a:srgbClr val="3E3E3E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38100" marR="0" rtl="0" algn="l">
              <a:lnSpc>
                <a:spcPct val="100000"/>
              </a:lnSpc>
              <a:spcBef>
                <a:spcPts val="0"/>
              </a:spcBef>
              <a:buNone/>
              <a:defRPr b="0" i="0" sz="900" u="none">
                <a:solidFill>
                  <a:srgbClr val="3E3E3E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3810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Relationship Id="rId4" Type="http://schemas.openxmlformats.org/officeDocument/2006/relationships/image" Target="../media/image11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0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6.png"/><Relationship Id="rId4" Type="http://schemas.openxmlformats.org/officeDocument/2006/relationships/image" Target="../media/image1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oogle Shape;50;p1"/>
          <p:cNvGrpSpPr/>
          <p:nvPr/>
        </p:nvGrpSpPr>
        <p:grpSpPr>
          <a:xfrm>
            <a:off x="0" y="0"/>
            <a:ext cx="9220200" cy="6858000"/>
            <a:chOff x="0" y="0"/>
            <a:chExt cx="9144000" cy="6858000"/>
          </a:xfrm>
        </p:grpSpPr>
        <p:pic>
          <p:nvPicPr>
            <p:cNvPr id="51" name="Google Shape;51;p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0" y="0"/>
              <a:ext cx="9144000" cy="6858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" name="Google Shape;52;p1"/>
            <p:cNvSpPr/>
            <p:nvPr/>
          </p:nvSpPr>
          <p:spPr>
            <a:xfrm>
              <a:off x="0" y="0"/>
              <a:ext cx="9144000" cy="5133975"/>
            </a:xfrm>
            <a:custGeom>
              <a:rect b="b" l="l" r="r" t="t"/>
              <a:pathLst>
                <a:path extrusionOk="0" h="5133975" w="9144000">
                  <a:moveTo>
                    <a:pt x="9144000" y="0"/>
                  </a:moveTo>
                  <a:lnTo>
                    <a:pt x="0" y="0"/>
                  </a:lnTo>
                  <a:lnTo>
                    <a:pt x="0" y="5133975"/>
                  </a:lnTo>
                  <a:lnTo>
                    <a:pt x="9144000" y="5133975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53" name="Google Shape;53;p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0" y="5086286"/>
              <a:ext cx="9144000" cy="13811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" name="Google Shape;54;p1"/>
            <p:cNvSpPr/>
            <p:nvPr/>
          </p:nvSpPr>
          <p:spPr>
            <a:xfrm>
              <a:off x="0" y="5124450"/>
              <a:ext cx="9144000" cy="47625"/>
            </a:xfrm>
            <a:custGeom>
              <a:rect b="b" l="l" r="r" t="t"/>
              <a:pathLst>
                <a:path extrusionOk="0" h="47625" w="9144000">
                  <a:moveTo>
                    <a:pt x="9144000" y="0"/>
                  </a:moveTo>
                  <a:lnTo>
                    <a:pt x="0" y="0"/>
                  </a:lnTo>
                  <a:lnTo>
                    <a:pt x="0" y="47625"/>
                  </a:lnTo>
                  <a:lnTo>
                    <a:pt x="9144000" y="47625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5" name="Google Shape;55;p1"/>
          <p:cNvSpPr txBox="1"/>
          <p:nvPr/>
        </p:nvSpPr>
        <p:spPr>
          <a:xfrm>
            <a:off x="4813300" y="5224398"/>
            <a:ext cx="4330700" cy="11174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marR="0" rtl="0" algn="l">
              <a:lnSpc>
                <a:spcPct val="1195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FFFF"/>
                </a:solidFill>
                <a:latin typeface="Corbel"/>
                <a:ea typeface="Corbel"/>
                <a:cs typeface="Corbel"/>
                <a:sym typeface="Corbel"/>
              </a:rPr>
              <a:t>Dr. Mohammad Rezwanul Huq</a:t>
            </a:r>
            <a:endParaRPr/>
          </a:p>
          <a:p>
            <a:pPr indent="0" lvl="0" marL="12700" marR="0" rtl="0" algn="l">
              <a:lnSpc>
                <a:spcPct val="1195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FFFF"/>
                </a:solidFill>
                <a:latin typeface="Corbel"/>
                <a:ea typeface="Corbel"/>
                <a:cs typeface="Corbel"/>
                <a:sym typeface="Corbel"/>
              </a:rPr>
              <a:t>Associate Professor</a:t>
            </a:r>
            <a:endParaRPr/>
          </a:p>
          <a:p>
            <a:pPr indent="0" lvl="0" marL="12700" marR="0" rtl="0" algn="l">
              <a:lnSpc>
                <a:spcPct val="1195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FFFF"/>
                </a:solidFill>
                <a:latin typeface="Corbel"/>
                <a:ea typeface="Corbel"/>
                <a:cs typeface="Corbel"/>
                <a:sym typeface="Corbel"/>
              </a:rPr>
              <a:t>East West University</a:t>
            </a:r>
            <a:endParaRPr sz="20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56" name="Google Shape;56;p1"/>
          <p:cNvSpPr txBox="1"/>
          <p:nvPr/>
        </p:nvSpPr>
        <p:spPr>
          <a:xfrm>
            <a:off x="304800" y="1905000"/>
            <a:ext cx="8839200" cy="17543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rgbClr val="FFFF00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CSE488: Big Data Analytics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rgbClr val="FFFF00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00B0F0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Lecture 5: Spark – Extending MapReduce</a:t>
            </a:r>
            <a:endParaRPr sz="3600">
              <a:solidFill>
                <a:srgbClr val="00B0F0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</p:txBody>
      </p:sp>
      <p:sp>
        <p:nvSpPr>
          <p:cNvPr id="57" name="Google Shape;57;p1"/>
          <p:cNvSpPr txBox="1"/>
          <p:nvPr>
            <p:ph idx="12" type="sldNum"/>
          </p:nvPr>
        </p:nvSpPr>
        <p:spPr>
          <a:xfrm>
            <a:off x="8704960" y="6713609"/>
            <a:ext cx="190500" cy="1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Google Shape;62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333311"/>
            <a:ext cx="6558026" cy="576262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2"/>
          <p:cNvSpPr txBox="1"/>
          <p:nvPr/>
        </p:nvSpPr>
        <p:spPr>
          <a:xfrm>
            <a:off x="614362" y="4600002"/>
            <a:ext cx="6478270" cy="156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1275">
            <a:spAutoFit/>
          </a:bodyPr>
          <a:lstStyle/>
          <a:p>
            <a:pPr indent="-324485" lvl="0" marL="3365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AC00"/>
              </a:buClr>
              <a:buSzPts val="2550"/>
              <a:buFont typeface="Noto Sans Symbols"/>
              <a:buChar char="◼"/>
            </a:pPr>
            <a:r>
              <a:rPr b="1" lang="en-US" sz="32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MapReduce: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76860" lvl="1" marL="632460" marR="5080" rtl="0" algn="l">
              <a:lnSpc>
                <a:spcPct val="102299"/>
              </a:lnSpc>
              <a:spcBef>
                <a:spcPts val="665"/>
              </a:spcBef>
              <a:spcAft>
                <a:spcPts val="0"/>
              </a:spcAft>
              <a:buClr>
                <a:srgbClr val="5FB5CC"/>
              </a:buClr>
              <a:buSzPts val="2750"/>
              <a:buFont typeface="Noto Sans Symbols"/>
              <a:buChar char="▪"/>
            </a:pPr>
            <a:r>
              <a:rPr b="0" i="0" lang="en-US" sz="27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Incurs substantial overheads due to data  replication, disk I/O, and serialization</a:t>
            </a:r>
            <a:endParaRPr b="0" i="0" sz="2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4" name="Google Shape;64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1362075"/>
            <a:ext cx="7620000" cy="3133725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2"/>
          <p:cNvSpPr txBox="1"/>
          <p:nvPr>
            <p:ph idx="12" type="sldNum"/>
          </p:nvPr>
        </p:nvSpPr>
        <p:spPr>
          <a:xfrm>
            <a:off x="8704960" y="6713609"/>
            <a:ext cx="190500" cy="1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Google Shape;70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333311"/>
            <a:ext cx="6558026" cy="576262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3"/>
          <p:cNvSpPr txBox="1"/>
          <p:nvPr/>
        </p:nvSpPr>
        <p:spPr>
          <a:xfrm>
            <a:off x="614362" y="1240098"/>
            <a:ext cx="7942580" cy="48488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6200">
            <a:spAutoFit/>
          </a:bodyPr>
          <a:lstStyle/>
          <a:p>
            <a:pPr indent="-324485" lvl="0" marL="3365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AC00"/>
              </a:buClr>
              <a:buSzPts val="2550"/>
              <a:buFont typeface="Noto Sans Symbols"/>
              <a:buChar char="◼"/>
            </a:pPr>
            <a:r>
              <a:rPr b="1" lang="en-US" sz="32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Two major limitations of MapReduce: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76860" lvl="1" marL="276860" marR="321310" rtl="0" algn="r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5FB5CC"/>
              </a:buClr>
              <a:buSzPts val="2750"/>
              <a:buFont typeface="Noto Sans Symbols"/>
              <a:buChar char="▪"/>
            </a:pPr>
            <a:r>
              <a:rPr b="0" i="0" lang="en-US" sz="27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Difficulty  of programming directly in MapReduce</a:t>
            </a:r>
            <a:endParaRPr b="0" i="0" sz="2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9235" lvl="2" marL="229235" marR="334010" rtl="0" algn="r">
              <a:lnSpc>
                <a:spcPct val="100000"/>
              </a:lnSpc>
              <a:spcBef>
                <a:spcPts val="275"/>
              </a:spcBef>
              <a:spcAft>
                <a:spcPts val="0"/>
              </a:spcAft>
              <a:buClr>
                <a:srgbClr val="E66C7C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Many problems aren’t easily described as map-reduce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76860" lvl="1" marL="632460" marR="249554" rtl="0" algn="l">
              <a:lnSpc>
                <a:spcPct val="109090"/>
              </a:lnSpc>
              <a:spcBef>
                <a:spcPts val="725"/>
              </a:spcBef>
              <a:spcAft>
                <a:spcPts val="0"/>
              </a:spcAft>
              <a:buClr>
                <a:srgbClr val="5FB5CC"/>
              </a:buClr>
              <a:buSzPts val="2750"/>
              <a:buFont typeface="Noto Sans Symbols"/>
              <a:buChar char="▪"/>
            </a:pPr>
            <a:r>
              <a:rPr b="0" i="0" lang="en-US" sz="27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Performance bottlenecks, or batch not fitting the  use cases</a:t>
            </a:r>
            <a:endParaRPr b="0" i="0" sz="2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9235" lvl="2" marL="899160" marR="0" rtl="0" algn="l">
              <a:lnSpc>
                <a:spcPct val="100000"/>
              </a:lnSpc>
              <a:spcBef>
                <a:spcPts val="310"/>
              </a:spcBef>
              <a:spcAft>
                <a:spcPts val="0"/>
              </a:spcAft>
              <a:buClr>
                <a:srgbClr val="E66C7C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Persistence to disk typically slower than in-memory work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2" marL="914400" marR="0" rtl="0" algn="l">
              <a:lnSpc>
                <a:spcPct val="100000"/>
              </a:lnSpc>
              <a:spcBef>
                <a:spcPts val="25"/>
              </a:spcBef>
              <a:spcAft>
                <a:spcPts val="0"/>
              </a:spcAft>
              <a:buClr>
                <a:srgbClr val="E66C7C"/>
              </a:buClr>
              <a:buSzPts val="2500"/>
              <a:buFont typeface="Noto Sans Symbols"/>
              <a:buNone/>
            </a:pPr>
            <a:r>
              <a:t/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4485" lvl="0" marL="336550" marR="297815" rtl="0" algn="l">
              <a:lnSpc>
                <a:spcPct val="110281"/>
              </a:lnSpc>
              <a:spcBef>
                <a:spcPts val="5"/>
              </a:spcBef>
              <a:spcAft>
                <a:spcPts val="0"/>
              </a:spcAft>
              <a:buClr>
                <a:srgbClr val="EFAC00"/>
              </a:buClr>
              <a:buSzPts val="2550"/>
              <a:buFont typeface="Noto Sans Symbols"/>
              <a:buChar char="◼"/>
            </a:pPr>
            <a:r>
              <a:rPr b="1" lang="en-US" sz="32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In short, MapReduce doesn’t compose well  for large applications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76860" lvl="1" marL="632460" marR="586740" rtl="0" algn="l">
              <a:lnSpc>
                <a:spcPct val="112000"/>
              </a:lnSpc>
              <a:spcBef>
                <a:spcPts val="585"/>
              </a:spcBef>
              <a:spcAft>
                <a:spcPts val="0"/>
              </a:spcAft>
              <a:buClr>
                <a:srgbClr val="5FB5CC"/>
              </a:buClr>
              <a:buSzPts val="2750"/>
              <a:buFont typeface="Noto Sans Symbols"/>
              <a:buChar char="▪"/>
            </a:pPr>
            <a:r>
              <a:rPr b="0" i="0" lang="en-US" sz="27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Many times, one needs to chain multiple map-  reduce steps.</a:t>
            </a:r>
            <a:endParaRPr b="0" i="0" sz="2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3"/>
          <p:cNvSpPr txBox="1"/>
          <p:nvPr>
            <p:ph idx="12" type="sldNum"/>
          </p:nvPr>
        </p:nvSpPr>
        <p:spPr>
          <a:xfrm>
            <a:off x="8704960" y="6713609"/>
            <a:ext cx="190500" cy="1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Google Shape;77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333311"/>
            <a:ext cx="4757801" cy="576262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4"/>
          <p:cNvSpPr txBox="1"/>
          <p:nvPr/>
        </p:nvSpPr>
        <p:spPr>
          <a:xfrm>
            <a:off x="614362" y="1347787"/>
            <a:ext cx="8265795" cy="49129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875">
            <a:spAutoFit/>
          </a:bodyPr>
          <a:lstStyle/>
          <a:p>
            <a:pPr indent="-324485" lvl="0" marL="336550" marR="0" rtl="0" algn="l">
              <a:lnSpc>
                <a:spcPct val="119843"/>
              </a:lnSpc>
              <a:spcBef>
                <a:spcPts val="0"/>
              </a:spcBef>
              <a:spcAft>
                <a:spcPts val="0"/>
              </a:spcAft>
              <a:buClr>
                <a:srgbClr val="EFAC00"/>
              </a:buClr>
              <a:buSzPts val="2550"/>
              <a:buFont typeface="Noto Sans Symbols"/>
              <a:buChar char="◼"/>
            </a:pPr>
            <a:r>
              <a:rPr b="1" lang="en-US" sz="3200">
                <a:solidFill>
                  <a:srgbClr val="FF0066"/>
                </a:solidFill>
                <a:latin typeface="Calibri"/>
                <a:ea typeface="Calibri"/>
                <a:cs typeface="Calibri"/>
                <a:sym typeface="Calibri"/>
              </a:rPr>
              <a:t>MapReduce uses two “ranks” of tasks: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336550" marR="0" rtl="0" algn="l">
              <a:lnSpc>
                <a:spcPct val="1198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One for </a:t>
            </a:r>
            <a:r>
              <a:rPr b="1"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Map 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second for </a:t>
            </a:r>
            <a:r>
              <a:rPr b="1"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Reduce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76860" lvl="1" marL="632460" marR="0" rtl="0" algn="l">
              <a:lnSpc>
                <a:spcPct val="100000"/>
              </a:lnSpc>
              <a:spcBef>
                <a:spcPts val="740"/>
              </a:spcBef>
              <a:spcAft>
                <a:spcPts val="0"/>
              </a:spcAft>
              <a:buClr>
                <a:srgbClr val="5FB5CC"/>
              </a:buClr>
              <a:buSzPts val="2750"/>
              <a:buFont typeface="Noto Sans Symbols"/>
              <a:buChar char="▪"/>
            </a:pPr>
            <a:r>
              <a:rPr b="0" i="0" lang="en-US" sz="27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 flows from the first rank to the second</a:t>
            </a:r>
            <a:endParaRPr b="0" i="0" sz="2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1" marL="457200" marR="0" rtl="0" algn="l">
              <a:lnSpc>
                <a:spcPct val="100000"/>
              </a:lnSpc>
              <a:spcBef>
                <a:spcPts val="30"/>
              </a:spcBef>
              <a:spcAft>
                <a:spcPts val="0"/>
              </a:spcAft>
              <a:buClr>
                <a:srgbClr val="5FB5CC"/>
              </a:buClr>
              <a:buSzPts val="3300"/>
              <a:buFont typeface="Noto Sans Symbols"/>
              <a:buNone/>
            </a:pPr>
            <a:r>
              <a:t/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4485" lvl="0" marL="336550" marR="0" rtl="0" algn="l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>
                <a:srgbClr val="EFAC00"/>
              </a:buClr>
              <a:buSzPts val="2550"/>
              <a:buFont typeface="Noto Sans Symbols"/>
              <a:buChar char="◼"/>
            </a:pPr>
            <a:r>
              <a:rPr b="1" lang="en-US" sz="3200" u="sng">
                <a:solidFill>
                  <a:srgbClr val="FF0066"/>
                </a:solidFill>
                <a:latin typeface="Calibri"/>
                <a:ea typeface="Calibri"/>
                <a:cs typeface="Calibri"/>
                <a:sym typeface="Calibri"/>
              </a:rPr>
              <a:t>Data-Flow Systems</a:t>
            </a:r>
            <a:r>
              <a:rPr b="1" lang="en-US" sz="3200">
                <a:solidFill>
                  <a:srgbClr val="FF0066"/>
                </a:solidFill>
                <a:latin typeface="Calibri"/>
                <a:ea typeface="Calibri"/>
                <a:cs typeface="Calibri"/>
                <a:sym typeface="Calibri"/>
              </a:rPr>
              <a:t> generalize this in two ways: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515620" lvl="0" marL="870585" marR="0" rtl="0" algn="l">
              <a:lnSpc>
                <a:spcPct val="100000"/>
              </a:lnSpc>
              <a:spcBef>
                <a:spcPts val="740"/>
              </a:spcBef>
              <a:spcAft>
                <a:spcPts val="0"/>
              </a:spcAft>
              <a:buClr>
                <a:srgbClr val="5FB5CC"/>
              </a:buClr>
              <a:buSzPts val="2750"/>
              <a:buFont typeface="Calibri"/>
              <a:buAutoNum type="arabicPeriod"/>
            </a:pPr>
            <a:r>
              <a:rPr lang="en-US" sz="27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Allow any number of tasks/ranks</a:t>
            </a:r>
            <a:endParaRPr sz="2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515620" lvl="0" marL="870585" marR="0" rtl="0" algn="l">
              <a:lnSpc>
                <a:spcPct val="100000"/>
              </a:lnSpc>
              <a:spcBef>
                <a:spcPts val="755"/>
              </a:spcBef>
              <a:spcAft>
                <a:spcPts val="0"/>
              </a:spcAft>
              <a:buClr>
                <a:srgbClr val="5FB5CC"/>
              </a:buClr>
              <a:buSzPts val="2750"/>
              <a:buFont typeface="Calibri"/>
              <a:buAutoNum type="arabicPeriod"/>
            </a:pPr>
            <a:r>
              <a:rPr lang="en-US" sz="27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Allow functions other than Map and Reduce</a:t>
            </a:r>
            <a:endParaRPr sz="2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76860" lvl="0" marL="632460" marR="250190" rtl="0" algn="l">
              <a:lnSpc>
                <a:spcPct val="101299"/>
              </a:lnSpc>
              <a:spcBef>
                <a:spcPts val="710"/>
              </a:spcBef>
              <a:spcAft>
                <a:spcPts val="0"/>
              </a:spcAft>
              <a:buClr>
                <a:srgbClr val="5FB5CC"/>
              </a:buClr>
              <a:buSzPts val="2750"/>
              <a:buFont typeface="Noto Sans Symbols"/>
              <a:buChar char="▪"/>
            </a:pPr>
            <a:r>
              <a:rPr lang="en-US" sz="27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 long as data flow is in one direction only, we can  have the blocking property and allow recovery of  tasks rather than whole jobs</a:t>
            </a:r>
            <a:endParaRPr sz="2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4"/>
          <p:cNvSpPr txBox="1"/>
          <p:nvPr>
            <p:ph idx="12" type="sldNum"/>
          </p:nvPr>
        </p:nvSpPr>
        <p:spPr>
          <a:xfrm>
            <a:off x="8704960" y="6713609"/>
            <a:ext cx="190500" cy="1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5250" y="352361"/>
            <a:ext cx="8777351" cy="528637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5"/>
          <p:cNvSpPr txBox="1"/>
          <p:nvPr/>
        </p:nvSpPr>
        <p:spPr>
          <a:xfrm>
            <a:off x="614362" y="1347787"/>
            <a:ext cx="7861934" cy="4981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875">
            <a:spAutoFit/>
          </a:bodyPr>
          <a:lstStyle/>
          <a:p>
            <a:pPr indent="-324485" lvl="0" marL="336550" marR="7429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AC00"/>
              </a:buClr>
              <a:buSzPts val="2550"/>
              <a:buFont typeface="Noto Sans Symbols"/>
              <a:buChar char="◼"/>
            </a:pPr>
            <a:r>
              <a:rPr b="1" lang="en-US" sz="3200">
                <a:solidFill>
                  <a:srgbClr val="FF0066"/>
                </a:solidFill>
                <a:latin typeface="Calibri"/>
                <a:ea typeface="Calibri"/>
                <a:cs typeface="Calibri"/>
                <a:sym typeface="Calibri"/>
              </a:rPr>
              <a:t>Expressive computing system, not limited to  the map-reduce model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4485" lvl="0" marL="336550" marR="0" rtl="0" algn="l">
              <a:lnSpc>
                <a:spcPct val="100000"/>
              </a:lnSpc>
              <a:spcBef>
                <a:spcPts val="2610"/>
              </a:spcBef>
              <a:spcAft>
                <a:spcPts val="0"/>
              </a:spcAft>
              <a:buClr>
                <a:srgbClr val="EFAC00"/>
              </a:buClr>
              <a:buSzPts val="2550"/>
              <a:buFont typeface="Noto Sans Symbols"/>
              <a:buChar char="◼"/>
            </a:pPr>
            <a:r>
              <a:rPr b="1"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Additions to MapReduce model: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76860" lvl="1" marL="632460" marR="0" rtl="0" algn="l">
              <a:lnSpc>
                <a:spcPct val="100000"/>
              </a:lnSpc>
              <a:spcBef>
                <a:spcPts val="740"/>
              </a:spcBef>
              <a:spcAft>
                <a:spcPts val="0"/>
              </a:spcAft>
              <a:buClr>
                <a:srgbClr val="5FB5CC"/>
              </a:buClr>
              <a:buSzPts val="2750"/>
              <a:buFont typeface="Noto Sans Symbols"/>
              <a:buChar char="▪"/>
            </a:pPr>
            <a:r>
              <a:rPr b="0" i="0" lang="en-US" sz="27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Fast data sharing</a:t>
            </a:r>
            <a:endParaRPr b="0" i="0" sz="2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9235" lvl="2" marL="899160" marR="0" rtl="0" algn="l">
              <a:lnSpc>
                <a:spcPct val="100000"/>
              </a:lnSpc>
              <a:spcBef>
                <a:spcPts val="655"/>
              </a:spcBef>
              <a:spcAft>
                <a:spcPts val="0"/>
              </a:spcAft>
              <a:buClr>
                <a:srgbClr val="E66C7C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Avoids saving intermediate results to disk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9235" lvl="2" marL="899160" marR="0" rtl="0" algn="l">
              <a:lnSpc>
                <a:spcPct val="100000"/>
              </a:lnSpc>
              <a:spcBef>
                <a:spcPts val="575"/>
              </a:spcBef>
              <a:spcAft>
                <a:spcPts val="0"/>
              </a:spcAft>
              <a:buClr>
                <a:srgbClr val="E66C7C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Caches data for repetitive queries </a:t>
            </a: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(e.g. for machine learning)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76860" lvl="1" marL="632460" marR="0" rtl="0" algn="l">
              <a:lnSpc>
                <a:spcPct val="100000"/>
              </a:lnSpc>
              <a:spcBef>
                <a:spcPts val="675"/>
              </a:spcBef>
              <a:spcAft>
                <a:spcPts val="0"/>
              </a:spcAft>
              <a:buClr>
                <a:srgbClr val="5FB5CC"/>
              </a:buClr>
              <a:buSzPts val="2750"/>
              <a:buFont typeface="Noto Sans Symbols"/>
              <a:buChar char="▪"/>
            </a:pPr>
            <a:r>
              <a:rPr b="0" i="0" lang="en-US" sz="27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General execution graphs (DAGs)</a:t>
            </a:r>
            <a:endParaRPr b="0" i="0" sz="2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76860" lvl="1" marL="632460" marR="0" rtl="0" algn="l">
              <a:lnSpc>
                <a:spcPct val="100000"/>
              </a:lnSpc>
              <a:spcBef>
                <a:spcPts val="755"/>
              </a:spcBef>
              <a:spcAft>
                <a:spcPts val="0"/>
              </a:spcAft>
              <a:buClr>
                <a:srgbClr val="5FB5CC"/>
              </a:buClr>
              <a:buSzPts val="2750"/>
              <a:buFont typeface="Noto Sans Symbols"/>
              <a:buChar char="▪"/>
            </a:pPr>
            <a:r>
              <a:rPr b="0" i="0" lang="en-US" sz="27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Richer functions than just map and reduce</a:t>
            </a:r>
            <a:endParaRPr b="0" i="0" sz="2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4485" lvl="0" marL="336550" marR="0" rtl="0" algn="l">
              <a:lnSpc>
                <a:spcPct val="100000"/>
              </a:lnSpc>
              <a:spcBef>
                <a:spcPts val="1960"/>
              </a:spcBef>
              <a:spcAft>
                <a:spcPts val="0"/>
              </a:spcAft>
              <a:buClr>
                <a:srgbClr val="EFAC00"/>
              </a:buClr>
              <a:buSzPts val="2550"/>
              <a:buFont typeface="Noto Sans Symbols"/>
              <a:buChar char="◼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Compatible with Hadoop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5"/>
          <p:cNvSpPr txBox="1"/>
          <p:nvPr>
            <p:ph idx="12" type="sldNum"/>
          </p:nvPr>
        </p:nvSpPr>
        <p:spPr>
          <a:xfrm>
            <a:off x="8704960" y="6713609"/>
            <a:ext cx="190500" cy="1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6"/>
          <p:cNvSpPr txBox="1"/>
          <p:nvPr/>
        </p:nvSpPr>
        <p:spPr>
          <a:xfrm>
            <a:off x="614362" y="1357312"/>
            <a:ext cx="7965440" cy="50020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875">
            <a:spAutoFit/>
          </a:bodyPr>
          <a:lstStyle/>
          <a:p>
            <a:pPr indent="-17145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AC00"/>
              </a:buClr>
              <a:buSzPts val="2700"/>
              <a:buFont typeface="Noto Sans Symbols"/>
              <a:buChar char="◼"/>
            </a:pPr>
            <a:r>
              <a:rPr lang="en-US" sz="2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Apache Spark is an open-source data processing engine to store and process data in real-time across various clusters of computers using simple programming constructs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>
                <a:srgbClr val="EFAC00"/>
              </a:buClr>
              <a:buSzPts val="2700"/>
              <a:buFont typeface="Noto Sans Symbols"/>
              <a:buNone/>
            </a:pPr>
            <a:r>
              <a:t/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>
                <a:srgbClr val="EFAC00"/>
              </a:buClr>
              <a:buSzPts val="2700"/>
              <a:buFont typeface="Noto Sans Symbols"/>
              <a:buNone/>
            </a:pPr>
            <a:r>
              <a:t/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0" marR="0" rtl="0" algn="l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>
                <a:srgbClr val="EFAC00"/>
              </a:buClr>
              <a:buSzPts val="2700"/>
              <a:buFont typeface="Noto Sans Symbols"/>
              <a:buChar char="◼"/>
            </a:pPr>
            <a:r>
              <a:rPr lang="en-US" sz="2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2009: Started as a project at UC Berkley AMPLab</a:t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0" marR="0" rtl="0" algn="l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>
                <a:srgbClr val="EFAC00"/>
              </a:buClr>
              <a:buSzPts val="2700"/>
              <a:buFont typeface="Noto Sans Symbols"/>
              <a:buChar char="◼"/>
            </a:pPr>
            <a:r>
              <a:rPr lang="en-US" sz="2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2010: Open sourced under a BSD license</a:t>
            </a:r>
            <a:endParaRPr/>
          </a:p>
          <a:p>
            <a:pPr indent="-171450" lvl="0" marL="0" marR="0" rtl="0" algn="l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>
                <a:srgbClr val="EFAC00"/>
              </a:buClr>
              <a:buSzPts val="2700"/>
              <a:buFont typeface="Noto Sans Symbols"/>
              <a:buChar char="◼"/>
            </a:pPr>
            <a:r>
              <a:rPr lang="en-US" sz="2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2013: Spark became an Apache top level project</a:t>
            </a:r>
            <a:endParaRPr/>
          </a:p>
          <a:p>
            <a:pPr indent="-171450" lvl="0" marL="0" marR="0" rtl="0" algn="l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>
                <a:srgbClr val="EFAC00"/>
              </a:buClr>
              <a:buSzPts val="2700"/>
              <a:buFont typeface="Noto Sans Symbols"/>
              <a:buChar char="◼"/>
            </a:pPr>
            <a:r>
              <a:rPr lang="en-US" sz="2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2014: Used by Databricks to sort large-scale datasets     and set a new world record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>
                <a:srgbClr val="EFAC00"/>
              </a:buClr>
              <a:buSzPts val="2700"/>
              <a:buFont typeface="Noto Sans Symbols"/>
              <a:buNone/>
            </a:pPr>
            <a:r>
              <a:t/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6"/>
          <p:cNvSpPr txBox="1"/>
          <p:nvPr/>
        </p:nvSpPr>
        <p:spPr>
          <a:xfrm>
            <a:off x="614362" y="152400"/>
            <a:ext cx="6624638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FFFF00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Spark: History</a:t>
            </a:r>
            <a:endParaRPr sz="3600">
              <a:solidFill>
                <a:srgbClr val="FFFF00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</p:txBody>
      </p:sp>
      <p:sp>
        <p:nvSpPr>
          <p:cNvPr id="93" name="Google Shape;93;p6"/>
          <p:cNvSpPr txBox="1"/>
          <p:nvPr>
            <p:ph idx="12" type="sldNum"/>
          </p:nvPr>
        </p:nvSpPr>
        <p:spPr>
          <a:xfrm>
            <a:off x="8704960" y="6713609"/>
            <a:ext cx="190500" cy="1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1975" y="333311"/>
            <a:ext cx="4033901" cy="576262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7"/>
          <p:cNvSpPr txBox="1"/>
          <p:nvPr/>
        </p:nvSpPr>
        <p:spPr>
          <a:xfrm>
            <a:off x="614362" y="1357312"/>
            <a:ext cx="7965440" cy="54032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875">
            <a:spAutoFit/>
          </a:bodyPr>
          <a:lstStyle/>
          <a:p>
            <a:pPr indent="-324485" lvl="0" marL="3365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AC00"/>
              </a:buClr>
              <a:buSzPts val="2250"/>
              <a:buFont typeface="Noto Sans Symbols"/>
              <a:buChar char="◼"/>
            </a:pPr>
            <a:r>
              <a:rPr lang="en-US" sz="27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One of the most in-demand technology and processing framework in big data world</a:t>
            </a:r>
            <a:endParaRPr/>
          </a:p>
          <a:p>
            <a:pPr indent="-324485" lvl="0" marL="336550" marR="0" rtl="0" algn="l">
              <a:lnSpc>
                <a:spcPct val="100000"/>
              </a:lnSpc>
              <a:spcBef>
                <a:spcPts val="125"/>
              </a:spcBef>
              <a:spcAft>
                <a:spcPts val="0"/>
              </a:spcAft>
              <a:buClr>
                <a:srgbClr val="EFAC00"/>
              </a:buClr>
              <a:buSzPts val="2250"/>
              <a:buFont typeface="Noto Sans Symbols"/>
              <a:buChar char="◼"/>
            </a:pPr>
            <a:r>
              <a:rPr lang="en-US" sz="27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Open source software (Apache Foundation)</a:t>
            </a:r>
            <a:endParaRPr sz="2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4485" lvl="0" marL="336550" marR="0" rtl="0" algn="l">
              <a:lnSpc>
                <a:spcPct val="100000"/>
              </a:lnSpc>
              <a:spcBef>
                <a:spcPts val="80"/>
              </a:spcBef>
              <a:spcAft>
                <a:spcPts val="0"/>
              </a:spcAft>
              <a:buClr>
                <a:srgbClr val="EFAC00"/>
              </a:buClr>
              <a:buSzPts val="2250"/>
              <a:buFont typeface="Noto Sans Symbols"/>
              <a:buChar char="◼"/>
            </a:pPr>
            <a:r>
              <a:rPr lang="en-US" sz="27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Supports </a:t>
            </a:r>
            <a:r>
              <a:rPr b="1" lang="en-US" sz="275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Java, Scala and Python</a:t>
            </a:r>
            <a:endParaRPr sz="2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>
                <a:srgbClr val="EFAC00"/>
              </a:buClr>
              <a:buSzPts val="2700"/>
              <a:buFont typeface="Noto Sans Symbols"/>
              <a:buNone/>
            </a:pPr>
            <a:r>
              <a:t/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4485" lvl="0" marL="336550" marR="553720" rtl="0" algn="l">
              <a:lnSpc>
                <a:spcPct val="102499"/>
              </a:lnSpc>
              <a:spcBef>
                <a:spcPts val="0"/>
              </a:spcBef>
              <a:spcAft>
                <a:spcPts val="0"/>
              </a:spcAft>
              <a:buClr>
                <a:srgbClr val="EFAC00"/>
              </a:buClr>
              <a:buSzPts val="2250"/>
              <a:buFont typeface="Noto Sans Symbols"/>
              <a:buChar char="◼"/>
            </a:pPr>
            <a:r>
              <a:rPr b="1" lang="en-US" sz="2750">
                <a:solidFill>
                  <a:srgbClr val="FF0066"/>
                </a:solidFill>
                <a:latin typeface="Calibri"/>
                <a:ea typeface="Calibri"/>
                <a:cs typeface="Calibri"/>
                <a:sym typeface="Calibri"/>
              </a:rPr>
              <a:t>Key construct/idea: </a:t>
            </a:r>
            <a:r>
              <a:rPr lang="en-US" sz="27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Resilient Distributed Dataset  (RDD)</a:t>
            </a:r>
            <a:endParaRPr sz="2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5"/>
              </a:spcBef>
              <a:spcAft>
                <a:spcPts val="0"/>
              </a:spcAft>
              <a:buClr>
                <a:srgbClr val="EFAC00"/>
              </a:buClr>
              <a:buSzPts val="3350"/>
              <a:buFont typeface="Noto Sans Symbols"/>
              <a:buNone/>
            </a:pPr>
            <a:r>
              <a:t/>
            </a:r>
            <a:endParaRPr sz="3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4485" lvl="0" marL="3365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AC00"/>
              </a:buClr>
              <a:buSzPts val="2250"/>
              <a:buFont typeface="Noto Sans Symbols"/>
              <a:buChar char="◼"/>
            </a:pPr>
            <a:r>
              <a:rPr b="1" lang="en-US" sz="275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Higher-level APIs</a:t>
            </a:r>
            <a:r>
              <a:rPr b="1" lang="en-US" sz="27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lang="en-US" sz="27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DataFrames &amp; DataSets</a:t>
            </a:r>
            <a:endParaRPr/>
          </a:p>
          <a:p>
            <a:pPr indent="-276860" lvl="1" marL="632460" marR="0" rtl="0" algn="l">
              <a:lnSpc>
                <a:spcPct val="100000"/>
              </a:lnSpc>
              <a:spcBef>
                <a:spcPts val="680"/>
              </a:spcBef>
              <a:spcAft>
                <a:spcPts val="0"/>
              </a:spcAft>
              <a:buClr>
                <a:srgbClr val="5FB5CC"/>
              </a:buClr>
              <a:buSzPts val="2750"/>
              <a:buFont typeface="Noto Sans Symbols"/>
              <a:buChar char="▪"/>
            </a:pPr>
            <a:r>
              <a:rPr b="0" i="0" lang="en-US" sz="27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Introduced in more recent versions of Spark</a:t>
            </a:r>
            <a:endParaRPr b="0" i="0" sz="2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76860" lvl="1" marL="632460" marR="5080" rtl="0" algn="l">
              <a:lnSpc>
                <a:spcPct val="102400"/>
              </a:lnSpc>
              <a:spcBef>
                <a:spcPts val="675"/>
              </a:spcBef>
              <a:spcAft>
                <a:spcPts val="0"/>
              </a:spcAft>
              <a:buClr>
                <a:srgbClr val="5FB5CC"/>
              </a:buClr>
              <a:buSzPts val="2750"/>
              <a:buFont typeface="Noto Sans Symbols"/>
              <a:buChar char="▪"/>
            </a:pPr>
            <a:r>
              <a:rPr b="0" i="0" lang="en-US" sz="27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Different APIs for aggregate data, which allowed to  introduce SQL support</a:t>
            </a:r>
            <a:endParaRPr b="0" i="0" sz="2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7"/>
          <p:cNvSpPr txBox="1"/>
          <p:nvPr>
            <p:ph idx="12" type="sldNum"/>
          </p:nvPr>
        </p:nvSpPr>
        <p:spPr>
          <a:xfrm>
            <a:off x="8704960" y="6713609"/>
            <a:ext cx="190500" cy="1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8"/>
          <p:cNvSpPr txBox="1"/>
          <p:nvPr/>
        </p:nvSpPr>
        <p:spPr>
          <a:xfrm>
            <a:off x="614362" y="1357312"/>
            <a:ext cx="7965440" cy="2509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875">
            <a:spAutoFit/>
          </a:bodyPr>
          <a:lstStyle/>
          <a:p>
            <a:pPr indent="-17145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AC00"/>
              </a:buClr>
              <a:buSzPts val="2700"/>
              <a:buFont typeface="Noto Sans Symbols"/>
              <a:buChar char="◼"/>
            </a:pPr>
            <a:r>
              <a:rPr lang="en-US" sz="2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Fast Processing</a:t>
            </a:r>
            <a:endParaRPr/>
          </a:p>
          <a:p>
            <a:pPr indent="-171450" lvl="0" marL="0" marR="0" rtl="0" algn="l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>
                <a:srgbClr val="EFAC00"/>
              </a:buClr>
              <a:buSzPts val="2700"/>
              <a:buFont typeface="Noto Sans Symbols"/>
              <a:buChar char="◼"/>
            </a:pPr>
            <a:r>
              <a:rPr lang="en-US" sz="2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In-memory computing</a:t>
            </a:r>
            <a:endParaRPr/>
          </a:p>
          <a:p>
            <a:pPr indent="-171450" lvl="0" marL="0" marR="0" rtl="0" algn="l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>
                <a:srgbClr val="EFAC00"/>
              </a:buClr>
              <a:buSzPts val="2700"/>
              <a:buFont typeface="Noto Sans Symbols"/>
              <a:buChar char="◼"/>
            </a:pPr>
            <a:r>
              <a:rPr lang="en-US" sz="2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Flexible</a:t>
            </a:r>
            <a:endParaRPr/>
          </a:p>
          <a:p>
            <a:pPr indent="-171450" lvl="0" marL="0" marR="0" rtl="0" algn="l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>
                <a:srgbClr val="EFAC00"/>
              </a:buClr>
              <a:buSzPts val="2700"/>
              <a:buFont typeface="Noto Sans Symbols"/>
              <a:buChar char="◼"/>
            </a:pPr>
            <a:r>
              <a:rPr lang="en-US" sz="2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Fault tolerance</a:t>
            </a:r>
            <a:endParaRPr/>
          </a:p>
          <a:p>
            <a:pPr indent="-171450" lvl="0" marL="0" marR="0" rtl="0" algn="l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>
                <a:srgbClr val="EFAC00"/>
              </a:buClr>
              <a:buSzPts val="2700"/>
              <a:buFont typeface="Noto Sans Symbols"/>
              <a:buChar char="◼"/>
            </a:pPr>
            <a:r>
              <a:rPr lang="en-US" sz="2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Better analytics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>
                <a:srgbClr val="EFAC00"/>
              </a:buClr>
              <a:buSzPts val="2700"/>
              <a:buFont typeface="Noto Sans Symbols"/>
              <a:buNone/>
            </a:pPr>
            <a:r>
              <a:t/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8"/>
          <p:cNvSpPr txBox="1"/>
          <p:nvPr/>
        </p:nvSpPr>
        <p:spPr>
          <a:xfrm>
            <a:off x="614362" y="152400"/>
            <a:ext cx="6624638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FFFF00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Spark: Features</a:t>
            </a:r>
            <a:endParaRPr sz="3600">
              <a:solidFill>
                <a:srgbClr val="FFFF00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</p:txBody>
      </p:sp>
      <p:sp>
        <p:nvSpPr>
          <p:cNvPr id="107" name="Google Shape;107;p8"/>
          <p:cNvSpPr txBox="1"/>
          <p:nvPr>
            <p:ph idx="12" type="sldNum"/>
          </p:nvPr>
        </p:nvSpPr>
        <p:spPr>
          <a:xfrm>
            <a:off x="8704960" y="6713609"/>
            <a:ext cx="190500" cy="1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Google Shape;112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1975" y="333311"/>
            <a:ext cx="2843276" cy="576262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9"/>
          <p:cNvSpPr txBox="1"/>
          <p:nvPr>
            <p:ph type="title"/>
          </p:nvPr>
        </p:nvSpPr>
        <p:spPr>
          <a:xfrm>
            <a:off x="614362" y="1308988"/>
            <a:ext cx="6807200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>
                <a:latin typeface="Calibri"/>
                <a:ea typeface="Calibri"/>
                <a:cs typeface="Calibri"/>
                <a:sym typeface="Calibri"/>
              </a:rPr>
              <a:t>Key concept </a:t>
            </a:r>
            <a:r>
              <a:rPr b="1" lang="en-US" sz="27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Resilient Distributed Dataset </a:t>
            </a:r>
            <a:r>
              <a:rPr b="1" i="0" lang="en-US" sz="2700">
                <a:latin typeface="Calibri"/>
                <a:ea typeface="Calibri"/>
                <a:cs typeface="Calibri"/>
                <a:sym typeface="Calibri"/>
              </a:rPr>
              <a:t>(RDD)</a:t>
            </a:r>
            <a:endParaRPr sz="27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9"/>
          <p:cNvSpPr txBox="1"/>
          <p:nvPr/>
        </p:nvSpPr>
        <p:spPr>
          <a:xfrm>
            <a:off x="614362" y="1737344"/>
            <a:ext cx="6758940" cy="47327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2525">
            <a:spAutoFit/>
          </a:bodyPr>
          <a:lstStyle/>
          <a:p>
            <a:pPr indent="-276860" lvl="0" marL="63246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B5CC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Immutable, fault tolerant, partitioned/distributed collection of records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76860" lvl="1" marL="1089660" marR="0" rtl="0" algn="l">
              <a:spcBef>
                <a:spcPts val="335"/>
              </a:spcBef>
              <a:spcAft>
                <a:spcPts val="0"/>
              </a:spcAft>
              <a:buClr>
                <a:srgbClr val="5FB5CC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val x = sc.textfile(“…….”) 🡪 RDD</a:t>
            </a:r>
            <a:endParaRPr b="0" i="0" sz="2400" u="none" cap="none" strike="noStrik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4485" lvl="0" marL="336550" marR="0" rtl="0" algn="l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Clr>
                <a:srgbClr val="EFAC00"/>
              </a:buClr>
              <a:buSzPts val="2150"/>
              <a:buFont typeface="Noto Sans Symbols"/>
              <a:buChar char="◼"/>
            </a:pPr>
            <a:r>
              <a:rPr lang="en-US" sz="2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Spread across the cluster, Read-only</a:t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4485" lvl="0" marL="336550" marR="0" rtl="0" algn="l">
              <a:lnSpc>
                <a:spcPct val="114259"/>
              </a:lnSpc>
              <a:spcBef>
                <a:spcPts val="0"/>
              </a:spcBef>
              <a:spcAft>
                <a:spcPts val="0"/>
              </a:spcAft>
              <a:buClr>
                <a:srgbClr val="EFAC00"/>
              </a:buClr>
              <a:buSzPts val="2150"/>
              <a:buFont typeface="Noto Sans Symbols"/>
              <a:buChar char="◼"/>
            </a:pPr>
            <a:r>
              <a:rPr lang="en-US" sz="2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Caching dataset in memory</a:t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76860" lvl="1" marL="632460" marR="0" rtl="0" algn="l">
              <a:lnSpc>
                <a:spcPct val="100000"/>
              </a:lnSpc>
              <a:spcBef>
                <a:spcPts val="275"/>
              </a:spcBef>
              <a:spcAft>
                <a:spcPts val="0"/>
              </a:spcAft>
              <a:buClr>
                <a:srgbClr val="5FB5CC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Fallback to disk possible</a:t>
            </a:r>
            <a:endParaRPr/>
          </a:p>
          <a:p>
            <a:pPr indent="-324485" lvl="0" marL="336550" marR="5080" rtl="0" algn="l">
              <a:lnSpc>
                <a:spcPct val="108518"/>
              </a:lnSpc>
              <a:spcBef>
                <a:spcPts val="1985"/>
              </a:spcBef>
              <a:spcAft>
                <a:spcPts val="0"/>
              </a:spcAft>
              <a:buClr>
                <a:srgbClr val="EFAC00"/>
              </a:buClr>
              <a:buSzPts val="2150"/>
              <a:buFont typeface="Noto Sans Symbols"/>
              <a:buChar char="◼"/>
            </a:pPr>
            <a:r>
              <a:rPr lang="en-US" sz="2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RDDs can be created from Hadoop, or by  transforming other RDDs (you can stack RDDs)</a:t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4485" lvl="0" marL="336550" marR="125730" rtl="0" algn="l">
              <a:lnSpc>
                <a:spcPct val="89200"/>
              </a:lnSpc>
              <a:spcBef>
                <a:spcPts val="2014"/>
              </a:spcBef>
              <a:spcAft>
                <a:spcPts val="0"/>
              </a:spcAft>
              <a:buClr>
                <a:srgbClr val="EFAC00"/>
              </a:buClr>
              <a:buSzPts val="2150"/>
              <a:buFont typeface="Noto Sans Symbols"/>
              <a:buChar char="◼"/>
            </a:pPr>
            <a:r>
              <a:rPr lang="en-US" sz="2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RDDs are best suited for applications that  apply the same operation to all elements of a  dataset</a:t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5" name="Google Shape;115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62725" y="2590800"/>
            <a:ext cx="2581275" cy="396240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9"/>
          <p:cNvSpPr txBox="1"/>
          <p:nvPr>
            <p:ph idx="12" type="sldNum"/>
          </p:nvPr>
        </p:nvSpPr>
        <p:spPr>
          <a:xfrm>
            <a:off x="8704960" y="6713609"/>
            <a:ext cx="190500" cy="1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" name="Google Shape;121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1975" y="333311"/>
            <a:ext cx="5529326" cy="576262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0"/>
          <p:cNvSpPr txBox="1"/>
          <p:nvPr/>
        </p:nvSpPr>
        <p:spPr>
          <a:xfrm>
            <a:off x="614362" y="1347787"/>
            <a:ext cx="7958455" cy="51606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875">
            <a:spAutoFit/>
          </a:bodyPr>
          <a:lstStyle/>
          <a:p>
            <a:pPr indent="-324485" lvl="0" marL="336550" marR="9772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AC00"/>
              </a:buClr>
              <a:buSzPts val="2550"/>
              <a:buFont typeface="Noto Sans Symbols"/>
              <a:buChar char="◼"/>
            </a:pPr>
            <a:r>
              <a:rPr b="1" lang="en-US" sz="3200">
                <a:solidFill>
                  <a:srgbClr val="FF0066"/>
                </a:solidFill>
                <a:latin typeface="Calibri"/>
                <a:ea typeface="Calibri"/>
                <a:cs typeface="Calibri"/>
                <a:sym typeface="Calibri"/>
              </a:rPr>
              <a:t>Transformations 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build RDDs through  deterministic operations on other RDDs: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76860" lvl="1" marL="632460" marR="509905" rtl="0" algn="l">
              <a:lnSpc>
                <a:spcPct val="102400"/>
              </a:lnSpc>
              <a:spcBef>
                <a:spcPts val="650"/>
              </a:spcBef>
              <a:spcAft>
                <a:spcPts val="0"/>
              </a:spcAft>
              <a:buClr>
                <a:srgbClr val="5FB5CC"/>
              </a:buClr>
              <a:buSzPts val="2750"/>
              <a:buFont typeface="Noto Sans Symbols"/>
              <a:buChar char="▪"/>
            </a:pPr>
            <a:r>
              <a:rPr b="0" i="0" lang="en-US" sz="27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Transformations include </a:t>
            </a:r>
            <a:r>
              <a:rPr b="0" i="1" lang="en-US" sz="2750" u="none" cap="none" strike="noStrik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map</a:t>
            </a:r>
            <a:r>
              <a:rPr b="0" i="0" lang="en-US" sz="2750" u="none" cap="none" strike="noStrik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b="0" i="1" lang="en-US" sz="2750" u="none" cap="none" strike="noStrik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filter</a:t>
            </a:r>
            <a:r>
              <a:rPr b="0" i="0" lang="en-US" sz="2750" u="none" cap="none" strike="noStrik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b="0" i="1" lang="en-US" sz="2750" u="none" cap="none" strike="noStrik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join, union,  intersection, distinct</a:t>
            </a:r>
            <a:endParaRPr b="0" i="0" sz="2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76860" lvl="1" marL="632460" marR="5080" rtl="0" algn="l">
              <a:lnSpc>
                <a:spcPct val="102400"/>
              </a:lnSpc>
              <a:spcBef>
                <a:spcPts val="680"/>
              </a:spcBef>
              <a:spcAft>
                <a:spcPts val="0"/>
              </a:spcAft>
              <a:buClr>
                <a:srgbClr val="5FB5CC"/>
              </a:buClr>
              <a:buSzPts val="2750"/>
              <a:buFont typeface="Noto Sans Symbols"/>
              <a:buChar char="▪"/>
            </a:pPr>
            <a:r>
              <a:rPr b="1" i="0" lang="en-US" sz="27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Lazy evaluation: </a:t>
            </a:r>
            <a:r>
              <a:rPr b="0" i="0" lang="en-US" sz="27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Nothing computed until an action  requires it</a:t>
            </a:r>
            <a:endParaRPr b="0" i="0" sz="2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4485" lvl="0" marL="336550" marR="0" rtl="0" algn="l">
              <a:lnSpc>
                <a:spcPct val="100000"/>
              </a:lnSpc>
              <a:spcBef>
                <a:spcPts val="2560"/>
              </a:spcBef>
              <a:spcAft>
                <a:spcPts val="0"/>
              </a:spcAft>
              <a:buClr>
                <a:srgbClr val="EFAC00"/>
              </a:buClr>
              <a:buSzPts val="2550"/>
              <a:buFont typeface="Noto Sans Symbols"/>
              <a:buChar char="◼"/>
            </a:pPr>
            <a:r>
              <a:rPr b="1" lang="en-US" sz="3200">
                <a:solidFill>
                  <a:srgbClr val="FF0066"/>
                </a:solidFill>
                <a:latin typeface="Calibri"/>
                <a:ea typeface="Calibri"/>
                <a:cs typeface="Calibri"/>
                <a:sym typeface="Calibri"/>
              </a:rPr>
              <a:t>Actions 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 return value or export data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76860" lvl="1" marL="632460" marR="0" rtl="0" algn="l">
              <a:lnSpc>
                <a:spcPct val="100000"/>
              </a:lnSpc>
              <a:spcBef>
                <a:spcPts val="740"/>
              </a:spcBef>
              <a:spcAft>
                <a:spcPts val="0"/>
              </a:spcAft>
              <a:buClr>
                <a:srgbClr val="5FB5CC"/>
              </a:buClr>
              <a:buSzPts val="2750"/>
              <a:buFont typeface="Noto Sans Symbols"/>
              <a:buChar char="▪"/>
            </a:pPr>
            <a:r>
              <a:rPr b="0" i="0" lang="en-US" sz="27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Actions include </a:t>
            </a:r>
            <a:r>
              <a:rPr b="0" i="1" lang="en-US" sz="2750" u="none" cap="none" strike="noStrik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count</a:t>
            </a:r>
            <a:r>
              <a:rPr b="0" i="0" lang="en-US" sz="2750" u="none" cap="none" strike="noStrik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b="0" i="1" lang="en-US" sz="2750" u="none" cap="none" strike="noStrik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collect</a:t>
            </a:r>
            <a:r>
              <a:rPr b="0" i="0" lang="en-US" sz="2750" u="none" cap="none" strike="noStrik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b="0" i="1" lang="en-US" sz="2750" u="none" cap="none" strike="noStrik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reduce, save</a:t>
            </a:r>
            <a:endParaRPr b="0" i="0" sz="2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76860" lvl="1" marL="632460" marR="808990" rtl="0" algn="l">
              <a:lnSpc>
                <a:spcPct val="102400"/>
              </a:lnSpc>
              <a:spcBef>
                <a:spcPts val="675"/>
              </a:spcBef>
              <a:spcAft>
                <a:spcPts val="0"/>
              </a:spcAft>
              <a:buClr>
                <a:srgbClr val="5FB5CC"/>
              </a:buClr>
              <a:buSzPts val="2750"/>
              <a:buFont typeface="Noto Sans Symbols"/>
              <a:buChar char="▪"/>
            </a:pPr>
            <a:r>
              <a:rPr b="0" i="0" lang="en-US" sz="27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Actions can be applied to RDDs; actions force  calculations and return values</a:t>
            </a:r>
            <a:endParaRPr b="0" i="0" sz="2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0"/>
          <p:cNvSpPr txBox="1"/>
          <p:nvPr>
            <p:ph idx="12" type="sldNum"/>
          </p:nvPr>
        </p:nvSpPr>
        <p:spPr>
          <a:xfrm>
            <a:off x="8704960" y="6713609"/>
            <a:ext cx="190500" cy="1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oogle Shape;128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352361"/>
            <a:ext cx="5329301" cy="433387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1"/>
          <p:cNvSpPr txBox="1"/>
          <p:nvPr/>
        </p:nvSpPr>
        <p:spPr>
          <a:xfrm>
            <a:off x="499744" y="1240098"/>
            <a:ext cx="7886065" cy="53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6200">
            <a:spAutoFit/>
          </a:bodyPr>
          <a:lstStyle/>
          <a:p>
            <a:pPr indent="-324485" lvl="0" marL="45148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AC00"/>
              </a:buClr>
              <a:buSzPts val="2550"/>
              <a:buFont typeface="Noto Sans Symbols"/>
              <a:buChar char="◼"/>
            </a:pPr>
            <a:r>
              <a:rPr lang="en-US" sz="3200">
                <a:solidFill>
                  <a:srgbClr val="FF0066"/>
                </a:solidFill>
                <a:latin typeface="Calibri"/>
                <a:ea typeface="Calibri"/>
                <a:cs typeface="Calibri"/>
                <a:sym typeface="Calibri"/>
              </a:rPr>
              <a:t>DataFrame: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76860" lvl="1" marL="746760" marR="500380" rtl="0" algn="l">
              <a:lnSpc>
                <a:spcPct val="109090"/>
              </a:lnSpc>
              <a:spcBef>
                <a:spcPts val="790"/>
              </a:spcBef>
              <a:spcAft>
                <a:spcPts val="0"/>
              </a:spcAft>
              <a:buClr>
                <a:srgbClr val="5FB5CC"/>
              </a:buClr>
              <a:buSzPts val="2750"/>
              <a:buFont typeface="Noto Sans Symbols"/>
              <a:buChar char="▪"/>
            </a:pPr>
            <a:r>
              <a:rPr b="0" i="0" lang="en-US" sz="27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Unlike an RDD, data organized into named  columns, e.g. a </a:t>
            </a:r>
            <a:r>
              <a:rPr b="1" i="0" lang="en-US" sz="2750" u="none" cap="none" strike="noStrik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table in a relational database</a:t>
            </a:r>
            <a:r>
              <a:rPr b="0" i="0" lang="en-US" sz="27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 i="0" sz="2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76860" lvl="1" marL="746760" marR="144780" rtl="0" algn="l">
              <a:lnSpc>
                <a:spcPct val="109454"/>
              </a:lnSpc>
              <a:spcBef>
                <a:spcPts val="675"/>
              </a:spcBef>
              <a:spcAft>
                <a:spcPts val="0"/>
              </a:spcAft>
              <a:buClr>
                <a:srgbClr val="5FB5CC"/>
              </a:buClr>
              <a:buSzPts val="2750"/>
              <a:buFont typeface="Noto Sans Symbols"/>
              <a:buChar char="▪"/>
            </a:pPr>
            <a:r>
              <a:rPr b="0" i="0" lang="en-US" sz="27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Imposes a structure onto a distributed collection  of data, allowing higher-level abstraction</a:t>
            </a:r>
            <a:endParaRPr b="0" i="0" sz="2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4485" lvl="0" marL="451484" marR="0" rtl="0" algn="l">
              <a:lnSpc>
                <a:spcPct val="106718"/>
              </a:lnSpc>
              <a:spcBef>
                <a:spcPts val="0"/>
              </a:spcBef>
              <a:spcAft>
                <a:spcPts val="0"/>
              </a:spcAft>
              <a:buClr>
                <a:srgbClr val="EFAC00"/>
              </a:buClr>
              <a:buSzPts val="2550"/>
              <a:buFont typeface="Noto Sans Symbols"/>
              <a:buChar char="◼"/>
            </a:pPr>
            <a:r>
              <a:rPr lang="en-US" sz="3200">
                <a:solidFill>
                  <a:srgbClr val="FF0066"/>
                </a:solidFill>
                <a:latin typeface="Calibri"/>
                <a:ea typeface="Calibri"/>
                <a:cs typeface="Calibri"/>
                <a:sym typeface="Calibri"/>
              </a:rPr>
              <a:t>Dataset: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76860" lvl="1" marL="746760" marR="5080" rtl="0" algn="l">
              <a:lnSpc>
                <a:spcPct val="109090"/>
              </a:lnSpc>
              <a:spcBef>
                <a:spcPts val="790"/>
              </a:spcBef>
              <a:spcAft>
                <a:spcPts val="0"/>
              </a:spcAft>
              <a:buClr>
                <a:srgbClr val="5FB5CC"/>
              </a:buClr>
              <a:buSzPts val="2750"/>
              <a:buFont typeface="Noto Sans Symbols"/>
              <a:buChar char="▪"/>
            </a:pPr>
            <a:r>
              <a:rPr b="0" i="0" lang="en-US" sz="27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Extension of DataFrame API which provides </a:t>
            </a:r>
            <a:r>
              <a:rPr b="1" i="0" lang="en-US" sz="27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type-  safe, object-oriented programming interface  </a:t>
            </a:r>
            <a:r>
              <a:rPr b="0" i="0" lang="en-US" sz="27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(compile-time error detection)</a:t>
            </a:r>
            <a:endParaRPr b="0" i="0" sz="2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5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marR="595630" rtl="0" algn="l">
              <a:lnSpc>
                <a:spcPct val="1081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Both built on Spark SQL engine. Both can be  converted back to an RDD.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1"/>
          <p:cNvSpPr txBox="1"/>
          <p:nvPr>
            <p:ph idx="12" type="sldNum"/>
          </p:nvPr>
        </p:nvSpPr>
        <p:spPr>
          <a:xfrm>
            <a:off x="8704960" y="6713609"/>
            <a:ext cx="190500" cy="1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" name="Google Shape;135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323786"/>
            <a:ext cx="6196076" cy="585787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12"/>
          <p:cNvSpPr txBox="1"/>
          <p:nvPr/>
        </p:nvSpPr>
        <p:spPr>
          <a:xfrm>
            <a:off x="614362" y="1347787"/>
            <a:ext cx="7628890" cy="43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875">
            <a:spAutoFit/>
          </a:bodyPr>
          <a:lstStyle/>
          <a:p>
            <a:pPr indent="-324485" lvl="0" marL="3365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AC00"/>
              </a:buClr>
              <a:buSzPts val="2550"/>
              <a:buFont typeface="Noto Sans Symbols"/>
              <a:buChar char="◼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Spark SQL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0"/>
              </a:spcBef>
              <a:spcAft>
                <a:spcPts val="0"/>
              </a:spcAft>
              <a:buClr>
                <a:srgbClr val="EFAC00"/>
              </a:buClr>
              <a:buSzPts val="3050"/>
              <a:buFont typeface="Noto Sans Symbols"/>
              <a:buNone/>
            </a:pPr>
            <a:r>
              <a:t/>
            </a:r>
            <a:endParaRPr sz="3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4485" lvl="0" marL="336550" marR="5080" rtl="0" algn="l">
              <a:lnSpc>
                <a:spcPct val="101699"/>
              </a:lnSpc>
              <a:spcBef>
                <a:spcPts val="5"/>
              </a:spcBef>
              <a:spcAft>
                <a:spcPts val="0"/>
              </a:spcAft>
              <a:buClr>
                <a:srgbClr val="EFAC00"/>
              </a:buClr>
              <a:buSzPts val="2550"/>
              <a:buFont typeface="Noto Sans Symbols"/>
              <a:buChar char="◼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Spark Streaming – </a:t>
            </a:r>
            <a:r>
              <a:rPr b="1" lang="en-US" sz="32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stream processing of live  datastreams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4485" lvl="0" marL="336550" marR="0" rtl="0" algn="l">
              <a:lnSpc>
                <a:spcPct val="119531"/>
              </a:lnSpc>
              <a:spcBef>
                <a:spcPts val="0"/>
              </a:spcBef>
              <a:spcAft>
                <a:spcPts val="0"/>
              </a:spcAft>
              <a:buClr>
                <a:srgbClr val="EFAC00"/>
              </a:buClr>
              <a:buSzPts val="2550"/>
              <a:buFont typeface="Noto Sans Symbols"/>
              <a:buChar char="◼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MLlib – </a:t>
            </a:r>
            <a:r>
              <a:rPr b="1" lang="en-US" sz="32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scalable machine learning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4485" lvl="0" marL="336550" marR="0" rtl="0" algn="l">
              <a:lnSpc>
                <a:spcPct val="119843"/>
              </a:lnSpc>
              <a:spcBef>
                <a:spcPts val="0"/>
              </a:spcBef>
              <a:spcAft>
                <a:spcPts val="0"/>
              </a:spcAft>
              <a:buClr>
                <a:srgbClr val="EFAC00"/>
              </a:buClr>
              <a:buSzPts val="2550"/>
              <a:buFont typeface="Noto Sans Symbols"/>
              <a:buChar char="◼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GraphX – </a:t>
            </a:r>
            <a:r>
              <a:rPr b="1" lang="en-US" sz="32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graph manipulation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76860" lvl="1" marL="632460" marR="105410" rtl="0" algn="l">
              <a:lnSpc>
                <a:spcPct val="102400"/>
              </a:lnSpc>
              <a:spcBef>
                <a:spcPts val="660"/>
              </a:spcBef>
              <a:spcAft>
                <a:spcPts val="0"/>
              </a:spcAft>
              <a:buClr>
                <a:srgbClr val="5FB5CC"/>
              </a:buClr>
              <a:buSzPts val="2750"/>
              <a:buFont typeface="Noto Sans Symbols"/>
              <a:buChar char="▪"/>
            </a:pPr>
            <a:r>
              <a:rPr b="0" i="0" lang="en-US" sz="27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Extends Spark RDD with Graph abstraction: a  directed multigraph with properties attached to  each vertex and edge</a:t>
            </a:r>
            <a:endParaRPr b="0" i="0" sz="2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2"/>
          <p:cNvSpPr txBox="1"/>
          <p:nvPr>
            <p:ph idx="12" type="sldNum"/>
          </p:nvPr>
        </p:nvSpPr>
        <p:spPr>
          <a:xfrm>
            <a:off x="8704960" y="6713609"/>
            <a:ext cx="190500" cy="1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" name="Google Shape;142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323786"/>
            <a:ext cx="7434326" cy="585787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3234" y="1929611"/>
            <a:ext cx="8897530" cy="3888566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13"/>
          <p:cNvSpPr txBox="1"/>
          <p:nvPr>
            <p:ph idx="12" type="sldNum"/>
          </p:nvPr>
        </p:nvSpPr>
        <p:spPr>
          <a:xfrm>
            <a:off x="8704960" y="6713609"/>
            <a:ext cx="190500" cy="1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9" name="Google Shape;149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1975" y="333311"/>
            <a:ext cx="7310501" cy="576262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14"/>
          <p:cNvSpPr txBox="1"/>
          <p:nvPr/>
        </p:nvSpPr>
        <p:spPr>
          <a:xfrm>
            <a:off x="614362" y="1271015"/>
            <a:ext cx="8172450" cy="54241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4600">
            <a:spAutoFit/>
          </a:bodyPr>
          <a:lstStyle/>
          <a:p>
            <a:pPr indent="-324485" lvl="0" marL="3365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AC00"/>
              </a:buClr>
              <a:buSzPts val="2100"/>
              <a:buFont typeface="Noto Sans Symbols"/>
              <a:buChar char="◼"/>
            </a:pP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Performance: </a:t>
            </a:r>
            <a:r>
              <a:rPr lang="en-US" sz="26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Spark normally faster </a:t>
            </a: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but </a:t>
            </a:r>
            <a:r>
              <a:rPr lang="en-US" sz="2600">
                <a:solidFill>
                  <a:srgbClr val="FF0066"/>
                </a:solidFill>
                <a:latin typeface="Calibri"/>
                <a:ea typeface="Calibri"/>
                <a:cs typeface="Calibri"/>
                <a:sym typeface="Calibri"/>
              </a:rPr>
              <a:t>with caveats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76860" lvl="1" marL="632460" marR="5080" rtl="0" algn="l">
              <a:lnSpc>
                <a:spcPct val="106923"/>
              </a:lnSpc>
              <a:spcBef>
                <a:spcPts val="710"/>
              </a:spcBef>
              <a:spcAft>
                <a:spcPts val="0"/>
              </a:spcAft>
              <a:buClr>
                <a:srgbClr val="5FB5CC"/>
              </a:buClr>
              <a:buSzPts val="2600"/>
              <a:buFont typeface="Noto Sans Symbols"/>
              <a:buChar char="▪"/>
            </a:pPr>
            <a:r>
              <a:rPr b="0" i="0" lang="en-US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Spark can process data in-memory; Hadoop MapReduce  persists back to the disk after a map or reduce action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76860" lvl="1" marL="632460" marR="336550" rtl="0" algn="l">
              <a:lnSpc>
                <a:spcPct val="90700"/>
              </a:lnSpc>
              <a:spcBef>
                <a:spcPts val="590"/>
              </a:spcBef>
              <a:spcAft>
                <a:spcPts val="0"/>
              </a:spcAft>
              <a:buClr>
                <a:srgbClr val="5FB5CC"/>
              </a:buClr>
              <a:buSzPts val="2600"/>
              <a:buFont typeface="Noto Sans Symbols"/>
              <a:buChar char="▪"/>
            </a:pPr>
            <a:r>
              <a:rPr b="0" i="0" lang="en-US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Spark generally outperforms MapReduce, but it </a:t>
            </a:r>
            <a:r>
              <a:rPr b="1" i="0" lang="en-US" sz="2600" u="none" cap="none" strike="noStrike">
                <a:solidFill>
                  <a:srgbClr val="FF0066"/>
                </a:solidFill>
                <a:latin typeface="Calibri"/>
                <a:ea typeface="Calibri"/>
                <a:cs typeface="Calibri"/>
                <a:sym typeface="Calibri"/>
              </a:rPr>
              <a:t>often  needs lots of memory to perform well</a:t>
            </a:r>
            <a:r>
              <a:rPr b="0" i="0" lang="en-US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; if there are  other resource-demanding services or can’t fit in  memory, Spark degrades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76860" lvl="1" marL="632460" marR="289560" rtl="0" algn="l">
              <a:lnSpc>
                <a:spcPct val="90300"/>
              </a:lnSpc>
              <a:spcBef>
                <a:spcPts val="560"/>
              </a:spcBef>
              <a:spcAft>
                <a:spcPts val="0"/>
              </a:spcAft>
              <a:buClr>
                <a:srgbClr val="5FB5CC"/>
              </a:buClr>
              <a:buSzPts val="2600"/>
              <a:buFont typeface="Noto Sans Symbols"/>
              <a:buChar char="▪"/>
            </a:pPr>
            <a:r>
              <a:rPr b="0" i="0" lang="en-US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MapReduce easily runs alongside other services with  minor performance differences, &amp; works well with the  1-pass jobs it was designed for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B5CC"/>
              </a:buClr>
              <a:buSzPts val="2550"/>
              <a:buFont typeface="Noto Sans Symbols"/>
              <a:buNone/>
            </a:pPr>
            <a:r>
              <a:t/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4485" lvl="0" marL="336550" marR="0" rtl="0" algn="l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>
                <a:srgbClr val="EFAC00"/>
              </a:buClr>
              <a:buSzPts val="2100"/>
              <a:buFont typeface="Noto Sans Symbols"/>
              <a:buChar char="◼"/>
            </a:pP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Ease of use: </a:t>
            </a:r>
            <a:r>
              <a:rPr b="1" lang="en-US" sz="26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Spark is easier to program </a:t>
            </a: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(higher-level APIs)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4485" lvl="0" marL="336550" marR="0" rtl="0" algn="l">
              <a:lnSpc>
                <a:spcPct val="100000"/>
              </a:lnSpc>
              <a:spcBef>
                <a:spcPts val="2510"/>
              </a:spcBef>
              <a:spcAft>
                <a:spcPts val="0"/>
              </a:spcAft>
              <a:buClr>
                <a:srgbClr val="EFAC00"/>
              </a:buClr>
              <a:buSzPts val="2100"/>
              <a:buFont typeface="Noto Sans Symbols"/>
              <a:buChar char="◼"/>
            </a:pP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 processing: </a:t>
            </a:r>
            <a:r>
              <a:rPr b="1" lang="en-US" sz="26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Spark more general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4"/>
          <p:cNvSpPr txBox="1"/>
          <p:nvPr>
            <p:ph idx="12" type="sldNum"/>
          </p:nvPr>
        </p:nvSpPr>
        <p:spPr>
          <a:xfrm>
            <a:off x="8704960" y="6713609"/>
            <a:ext cx="190500" cy="1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2021-10-23T05:40:18Z</dcterms:created>
  <dc:creator>Rezwan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2021-03-30T00:00:00Z</vt:filetime>
  </property>
  <property fmtid="{D5CDD505-2E9C-101B-9397-08002B2CF9AE}" pid="3" name="LastSaved">
    <vt:filetime>2021-10-23T00:00:00Z</vt:filetime>
  </property>
</Properties>
</file>