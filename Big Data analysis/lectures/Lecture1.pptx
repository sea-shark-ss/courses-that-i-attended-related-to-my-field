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media/image12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sldIdLst>
    <p:sldId id="256" r:id="rId2"/>
    <p:sldId id="324" r:id="rId3"/>
    <p:sldId id="325" r:id="rId4"/>
    <p:sldId id="327" r:id="rId5"/>
    <p:sldId id="328" r:id="rId6"/>
    <p:sldId id="329" r:id="rId7"/>
    <p:sldId id="330" r:id="rId8"/>
    <p:sldId id="331" r:id="rId9"/>
    <p:sldId id="334" r:id="rId10"/>
    <p:sldId id="335" r:id="rId11"/>
    <p:sldId id="332" r:id="rId12"/>
    <p:sldId id="333" r:id="rId13"/>
    <p:sldId id="326" r:id="rId14"/>
    <p:sldId id="258" r:id="rId15"/>
    <p:sldId id="259" r:id="rId16"/>
    <p:sldId id="261" r:id="rId17"/>
    <p:sldId id="260" r:id="rId18"/>
    <p:sldId id="262" r:id="rId19"/>
    <p:sldId id="263" r:id="rId20"/>
    <p:sldId id="264" r:id="rId21"/>
    <p:sldId id="265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4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7:57.1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179 109 7034,'-22'-3'314,"8"3"110,0-2 0,0 0 0,-1-1 0,2 0 0,-1-1 1,0 0-1,1-1 0,0-1 0,-19-11 0,32 17-410,0-1-1,1 1 0,-1-1 1,0 1-1,1-1 1,-1 1-1,1-1 0,-1 1 1,1 0-1,-1-1 1,1 1-1,-1-1 1,1 1-1,-1 0 0,1 0 1,-1-1-1,1 1 1,-1 0-1,1 0 0,0 0 1,-1 0-1,1-1 1,0 1-1,-1 0 1,1 0-1,-1 0 0,1 0 1,0 0-1,-1 1 1,1-1-1,-1 0 0,2 0 1,31-3 85,900-31 434,-503 19-420,-422 16-6,-21 3-12,-45 10-84,-7 1-594,-15 10-1622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7:57.5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33 8314,'7'-32'6597,"14"79"-6601,-2 2 1,-2 1-1,-2 0 0,-3 1 1,12 95-1,-3 271 607,-20-339-566,2-17-26,-2 31-58,-4-82-38,3-10 69,0 0 0,0 0 0,0 0 1,0 0-1,0 0 0,0 0 0,0 0 0,0-1 0,0 1 0,0 0 0,0 0 0,0 0 0,0 0 0,0 0 0,0 0 0,0 0 0,0 0 0,-1-1 0,1 1 0,0 0 0,0 0 0,0 0 0,0 0 0,0 0 0,0 0 0,0 0 0,0 0 0,-1 0 0,1 0 1,0 0-1,0 0 0,0 0 0,0 0 0,0 0 0,0 0 0,0 0 0,-1 0 0,1 0 0,0 0 0,0 0 0,0 0 0,0 0 0,0 0 0,0 0 0,0 0 0,-1 0 0,1 0 0,0 0 0,0 0 0,0 0 0,0 0 0,0 0 0,0 1 0,0-1 0,0 0 1,0 0-1,-1 0 0,1 0 0,0 0 0,0 0 0,0 0 0,0 0 0,0 1 0,0-1 0,0 0 0,0 0 0,0 0 0,0 0 0,0 0 0,-2-13-2681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7:57.9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38 8562,'102'-16'3265,"-49"13"111,-19-5-1815,-22-1-1513,5 7-32,0 7-56,3 9-8,1 8-48,7 19 16,5 8-8,8 21-705,-1 0-295,10-8-2193,-8-14-63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7:58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398 63 10394,'-7'-15'2297,"-27"-33"911,15 76-2960,9 11-184,-8 22 16,-3 5 57,-4 21 79,3-1-64,-12 32-8,0-10-16,0 16-32,0-13-104,1 3-48,8-38-240,3-3-721,3-27-319,12-17-2089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7:58.6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0 250 8162,'69'-84'2539,"-64"77"-2009,-1-1 1,0 1-1,0-1 1,-1 0-1,0 0 1,0 0-1,-1 0 1,0 0-1,-1-1 1,2-15-1,-3 17-76,1-1-1,0 1 0,1 0 1,-1-1-1,1 1 0,5-11 1,-7 18-389,4 12-959,12 47 789,-3 1 0,-3 0-1,4 76 1,-7 194 347,-5-117-115,-2-165-106,-1-32-43,1-1 0,1 0 0,0 0-1,1 0 1,3 15 0,-24-68-5775,-3 0 1959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7:59.0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94 85 9770,'3'-20'1409,"-3"16"-1058,0-1 0,1 0-1,0 1 1,0-1 0,0 1 0,0-1 0,1 1-1,3-7 1,-4 9-342,1 1-1,0-1 1,-1 1-1,1 0 1,0-1 0,-1 1-1,1 0 1,0 0-1,0 0 1,0 0 0,0 0-1,0 1 1,1-1-1,-1 0 1,0 1 0,0 0-1,0-1 1,0 1-1,1 0 1,-1 0 0,0 0-1,4 1 1,12 2-35,0 0 0,0 0 0,-1 2-1,0 0 1,0 1 0,0 1 0,-1 0 0,1 1 0,-2 1 0,1 0 0,16 15 0,-18-14-18,-2 1 0,1 0 0,-1 1 0,-1 1 0,0-1 0,-1 2 0,0-1 0,-1 2 0,-1-1 0,0 1 0,-1 0 1,6 21-1,-11-33 37,-1 0 0,0 1 0,0-1 1,0 1-1,-1-1 0,1 1 0,-1-1 1,0 1-1,0 0 0,0-1 0,0 1 0,0-1 1,-1 1-1,0-1 0,0 1 0,0-1 1,0 1-1,0-1 0,-1 0 0,1 0 1,-1 0-1,0 1 0,0-2 0,0 1 1,-1 0-1,1 0 0,-1-1 0,1 1 1,-1-1-1,0 0 0,0 0 0,0 0 1,0 0-1,0 0 0,0-1 0,-1 1 1,1-1-1,0 0 0,-7 1 0,-5 1-47,0 0 1,0-1-1,-1-1 0,1-1 0,0 0 0,0-1 0,0-1 1,-17-3-1,-59-20-682,70 18-59,-1 0 0,0 2 0,0 0 0,-1 2 1,-32-2-1,12 12-1714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7:59.4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6 376 5961,'0'0'98,"-1"0"-1,1-1 1,-1 1-1,1-1 1,-1 1-1,1-1 1,0 0-1,-1 1 1,1-1-1,0 1 0,0-1 1,-1 1-1,1-1 1,0 0-1,0 1 1,0-1-1,0 0 1,0 1-1,0-1 1,0 0-1,0 1 1,0-1-1,0 0 1,0 1-1,0-1 1,0 1-1,0-1 1,1 0-1,-1 1 1,0-1-1,0 1 0,1-1 1,-1 0-1,0 1 1,1-1-1,-1 1 1,1-1-1,-1 1 1,1-1-1,-1 1 1,1 0-1,0-1 1,37-21 738,-19 12-780,45-22 59,71-38 167,-130 66-194,0 1-1,0-1 0,0 0 0,-1-1 0,1 1 0,-1-1 0,0 0 0,0 0 0,-1 0 0,0 0 0,1 0 0,-2-1 0,1 0 0,-1 1 1,0-1-1,0 0 0,2-10 0,-4 11-42,1 0 1,-1 1-1,0-1 0,0 1 1,0-1-1,-1 0 0,0 1 1,0-1-1,0 1 1,0-1-1,-1 1 0,1 0 1,-1-1-1,0 1 1,-1 0-1,1 0 0,-1 0 1,0 1-1,1-1 0,-2 1 1,1-1-1,0 1 1,-1 0-1,-4-3 0,5 4-57,0 1 0,1-1-1,-1 1 1,0 0-1,0 0 1,0 0-1,-1 0 1,1 0 0,0 1-1,0-1 1,0 1-1,0 0 1,-1 0-1,1 0 1,0 0 0,0 1-1,0-1 1,-1 1-1,1 0 1,0 0-1,0 0 1,0 0 0,0 0-1,0 1 1,1-1-1,-1 1 1,0 0-1,1 0 1,-1 0 0,1 0-1,0 1 1,-3 2-1,-6 6-104,1 1 0,0 0 0,1 1-1,1 0 1,-11 21 0,11-17 86,1 0 1,1 1 0,0 0 0,2 1-1,0-1 1,0 1 0,2 0-1,1 0 1,1 33 0,0-39 1,1 0 1,1-1-1,0 1 1,0-1-1,2 1 1,-1-1-1,2 0 1,-1 0-1,2-1 1,0 1-1,0-1 1,1 0-1,0-1 1,1 0-1,9 11 1,-12-17-123,1 1 0,-1-1 0,1 0-1,0-1 1,0 1 0,0-1 0,0 0 0,1-1 0,-1 0 0,1 1 0,-1-2 0,1 1-1,0-1 1,0 0 0,0-1 0,0 0 0,0 0 0,8-1 0,70-13-2000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7:59.7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213 44 9546,'-24'-5'4988,"22"4"-4744,-1 1 1,1-1 0,0 1 0,0-1 0,-1 1 0,1-1 0,0 0 0,0 0 0,0 0 0,0-1 0,0 1 0,0 0 0,0-1 0,1 1 0,-4-4 0,3 3-254,-1 0-1,0 0 1,1 0-1,-1 0 0,0 1 1,0-1-1,0 1 1,0 0-1,-1-1 1,-4 0-1,7 2-8,1 0-1,-1 0 1,1 0 0,-1 0-1,0 0 1,1 0 0,-1 0-1,1 0 1,-1 0 0,1 0-1,-1 0 1,1 0 0,-1 0-1,0 1 1,1-1 0,-1 0-1,1 0 1,-1 1 0,1-1-1,-1 0 1,1 1 0,0-1-1,-1 0 1,1 1 0,-1 0-1,0 0-8,1 0 0,0 0-1,0 1 1,-1-1 0,1 0-1,0 0 1,0 1-1,0-1 1,0 0 0,1 0-1,-1 1 1,0-1-1,0 0 1,1 0 0,-1 1-1,1-1 1,0 1-1,5 13-17,0 0-1,2-1 1,-1 0-1,2 0 1,0-1-1,0 0 1,22 22-1,-10-11-22,3 2 24,-14-16 29,-1-1 1,0 1-1,-1 1 1,0 0-1,0 0 1,-1 0 0,0 1-1,4 13 1,-11-24 14,1 0 1,-1 1-1,-1-1 1,1 0 0,0 0-1,0 1 1,0-1 0,0 0-1,-1 0 1,1 0 0,-1 1-1,1-1 1,-1 0-1,1 0 1,-1 0 0,0 0-1,0 0 1,1 0 0,-1 0-1,0 0 1,0 0-1,0 0 1,0-1 0,0 1-1,0 0 1,0-1 0,0 1-1,0 0 1,0-1-1,-1 1 1,-1 0 0,-47 14 43,39-13-36,-166 30-841,126-26-95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0.5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98 7001,'85'-70'9733,"-103"77"-8987,0 13-797,1 1 0,1 0 1,-17 28-1,25-35 23,4-8 11,0 1 0,1 0 0,0 0 0,0 0 0,1 1 0,0-1 0,0 1 0,1-1 0,-1 1 0,2 0 0,-1-1 0,2 15 0,0-9-25,1 1 1,1-1 0,0 0-1,1 0 1,7 17 0,-7-21 2,0 1 1,1-2 0,0 1-1,0 0 1,1-1 0,1 0 0,-1-1-1,1 1 1,14 11 0,-18-17 34,-1 0 1,0-1 0,1 1-1,-1-1 1,1 1 0,0-1-1,0 0 1,-1 0 0,1 0 0,0 0-1,0-1 1,0 1 0,0-1-1,0 0 1,0 0 0,0 0-1,-1 0 1,1 0 0,0 0-1,0-1 1,0 0 0,0 1-1,0-1 1,-1 0 0,1-1 0,0 1-1,-1 0 1,1-1 0,-1 1-1,1-1 1,-1 0 0,0 0-1,1 0 1,-1 0 0,0 0-1,3-5 1,1-2 13,1-1-1,-1 0 1,-1-1 0,0 1-1,-1-1 1,0 0-1,0 0 1,-1 0 0,-1 0-1,0-1 1,0 1-1,-1-1 1,-1-21 0,0 13-21,-2 0-1,0 0 1,-1 0 0,-1 0 0,-1 1 0,-1-1 0,-9-20-1,13 34-3,-1 0 0,0 0-1,0 0 1,-1 1-1,1-1 1,-1 1-1,0-1 1,-1 1-1,1 0 1,-1 1-1,0-1 1,0 1-1,-1 0 1,1 1-1,-1-1 1,-9-4-1,9 7-58,0-1-1,0 1 0,0 1 0,0-1 0,0 1 1,0 0-1,0 0 0,0 1 0,0-1 0,0 1 1,0 1-1,0-1 0,0 1 0,0 0 0,1 1 1,-1-1-1,1 1 0,-6 4 0,2-2-339,0 0 0,0 1 0,1 0 0,0 0 0,0 1 0,1 0 0,-1 1 0,2 0 1,-9 11-1,-1 23-2360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1.0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49 859 7282,'-1'-2'654,"-1"-1"0,1 1 1,0 0-1,0-1 0,0 1 1,0-1-1,0 1 0,1-1 1,-1 0-1,1 1 0,0-1 1,-1 1-1,1-1 0,0 0 1,1-2-1,-1 2 380,0 3-1128,1 17-785,11 92 698,24 144 414,-42-299 539,1-55 1,1 14-552,-27-238-60,-9-256-1168,39 579 948,1 1-1,0-1 1,0 0-1,0 0 1,0 0 0,0 0-1,0 0 1,0 1-1,1-1 1,-1 0 0,1 0-1,-1 0 1,1 1-1,0-1 1,-1 0 0,1 1-1,0-1 1,0 1-1,0-1 1,1 1 0,-1-1-1,0 1 1,0 0-1,1-1 1,-1 1 0,1 0-1,-1 0 1,1 0-1,0 0 1,-1 0 0,1 1-1,0-1 1,-1 0-1,1 1 1,0-1 0,0 1-1,0 0 1,0 0-1,-1-1 1,1 1 0,4 1-1,5 0-326,0 1 0,0 1 0,-1 0 1,1 1-1,16 7 0,28 14-2514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1.4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168 41 8018,'-156'-22'2048,"147"10"737,6 5-81,5 7-2312,23 0-48,99 4-328,9 11-2752,27 4-545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1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54 3961,'-49'-53'0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2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0 266 6249,'5'-8'142,"3"-1"444,0-1 1,-1 0-1,0-1 1,-1 1-1,0-1 0,-1-1 1,0 1-1,-1-1 0,0 0 1,-1 1-1,0-2 0,2-20 1,-12-60 2327,9 131-3904,10 50 1,-2-7 1133,2 312 655,3 8-377,-13-358-377,-2-40-362,-1-25-728,1-27-1829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2.5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84 11362,'0'-18'728,"3"-40"3361,-2 57-4093,0 1 0,-1-1 0,1 0-1,0 1 1,0-1 0,0 1 0,-1-1-1,1 1 1,0-1 0,0 1 0,0 0-1,0-1 1,0 1 0,0 0 0,0 0-1,0 0 1,0 0 0,-1 0-1,1 0 1,0 0 0,0 0 0,2 0-1,23 2-195,-24-1 201,17 3 2,0 0-1,0 2 1,0 1-1,-1 0 1,0 1-1,0 1 1,-1 0-1,-1 2 1,1 0-1,27 25 1,-1 2-21,-3 2-1,51 65 1,51 89-12,-121-161 13,-2 2 0,0 1 0,24 69 0,-39-93 5,-1 0 1,0 1-1,0-1 1,-2 1-1,1 0 1,-1 19-1,-2-26 8,0 0-1,0 0 0,0 0 1,-1 0-1,1 0 0,-1 0 0,-1 0 1,1 0-1,-1-1 0,0 1 1,-1-1-1,1 0 0,-1 0 1,-8 9-1,-1-3 9,-1 0 1,0 0-1,-1-2 0,0 0 1,0 0-1,-1-2 0,0 0 1,-1 0-1,0-2 0,-24 6 0,-31 3-5,-86 6 0,82-11-89,-87 11-1343,135-12 55,41-10-2082,31-15 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2.9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246 163 8306,'18'-81'4817,"-18"78"-4670,0 1-1,1-1 1,-1 0 0,0 0 0,0 1-1,-1-1 1,1 0 0,-1 0 0,1 1-1,-1-1 1,0 0 0,0 1 0,0-1-1,0 1 1,0-1 0,-1 1 0,1 0-1,-1-1 1,0 1 0,1 0 0,-1 0 0,0 0-1,0 0 1,-1 0 0,1 1 0,0-1-1,-3-1 1,1 1-90,0 0 1,0 0-1,-1 1 0,1-1 0,0 1 0,-1 0 1,1 0-1,-1 0 0,1 1 0,-1 0 1,1-1-1,-1 2 0,-7 0 0,5 1-84,0 0-1,0 0 0,1 0 1,-1 1-1,1 0 1,0 1-1,0-1 0,0 1 1,0 1-1,0-1 1,1 1-1,-9 10 0,6-6-28,1 0 0,1 1 0,0 0 0,0 0-1,1 1 1,0 0 0,-4 15 0,3-7-116,2 1 0,0-1 1,1 1-1,1 0 0,1 0 0,1 0 1,0 0-1,2 0 0,3 20 0,-4-36 129,-1-1 0,1 1 0,-1-1 0,1 0 0,0 1 0,0-1 0,1 0 0,-1 1 0,1-1 0,-1 0 0,1 0 0,0 0 0,0 0 0,0-1 0,1 1 0,-1-1 0,1 1 0,-1-1-1,1 0 1,0 0 0,0 0 0,0 0 0,0 0 0,0-1 0,0 1 0,0-1 0,1 0 0,-1 0 0,1 0 0,-1 0 0,0-1 0,1 1 0,-1-1 0,1 0 0,-1 0 0,1 0 0,-1-1 0,1 1 0,-1-1 0,1 0-1,5-2 1,6-2 29,0-1 0,-1 0 0,0-1 1,0-1-1,-1 0 0,0-1 0,-1 0 0,14-13 0,-12 8 23,-1 0 0,1-1 0,-2-1 0,0 0 0,-2-1 1,1 0-1,8-20 0,-14 26 49,-1 0 0,0 0 1,0 0-1,-1-1 0,-1 1 1,0-1-1,0 1 0,-1-1 1,-1 0-1,0 0 0,-1 1 0,0-1 1,-3-14-1,-15-4 708,9 26-359,9 23-436,11 36 5,20 67-1,-24-104-2,0 0 1,2 0-1,-1-1 0,2 0 0,1 0 0,0-1 0,20 26 0,-27-39-61,0 0 1,0 0-1,0 0 0,1 0 0,-1-1 0,1 1 1,-1-1-1,1 0 0,0 0 0,0 0 1,0 0-1,0-1 0,0 0 0,0 0 0,0 0 1,1 0-1,6 0 0,45-6-2625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3.2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17 310 5321,'-5'-59'7401,"1"-2"-3794,-3-120-1089,9 173-5090,2 16 1571,7 33 1124,-5-18-349,71 370 781,-33-141 365,-30-188-698,0-3-9,7 77-1,-22-119-244,-9-39-1752,-9-30-1242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3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52 7138,'-7'-10'8585,"7"6"-8217,1 1-240,20-2-8,96-9-112,-17 9-176,16 0-536,30 0-2568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4.0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306 11 7954,'-4'-4'8239,"-11"-2"-7858,-2 7-398,1 2-1,0 0 1,0 1-1,0 0 1,0 1-1,1 1 1,0 1-1,0 0 1,0 1-1,1 0 1,-14 12-1,21-15-6,0 0 0,1 0 0,-1 1 0,1 0-1,0 0 1,1 1 0,0 0 0,0 0 0,0 0-1,1 0 1,0 1 0,0-1 0,1 1 0,0 0-1,0 0 1,1 1 0,0-1 0,1 0 0,0 1-1,0-1 1,0 1 0,1-1 0,1 1 0,1 10-1,-1-13 0,0 0 0,0-1 0,1 1 0,0-1-1,0 1 1,1-1 0,-1 1 0,1-1 0,0 0 0,1 0-1,-1-1 1,1 1 0,0-1 0,0 0 0,0 0 0,1 0-1,-1 0 1,1-1 0,0 1 0,0-1 0,0-1 0,1 1-1,-1-1 1,1 0 0,-1 0 0,1 0 0,0-1-1,-1 0 1,1 0 0,0 0 0,0-1 0,0 0 0,0 0-1,0-1 1,0 1 0,-1-1 0,1 0 0,0-1 0,0 0-1,-1 0 1,1 0 0,-1 0 0,0-1 0,0 0-1,0 0 1,0 0 0,0-1 0,7-6 0,5-11 155,0-1-1,-1 0 1,-1-1 0,-2 0 0,0-2-1,18-48 1,7-12 993,-38 89-1090,-1 0 0,1-1-1,-1 1 1,1 0 0,1-1 0,-1 1 0,0 0-1,1-1 1,0 1 0,2 6 0,3 19-25,35 164-112,-18-116-435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08.3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92 65 8298,'-28'-10'2260,"20"8"-1517,1 0 0,0-1-1,0 0 1,0 0 0,0-1-1,1 0 1,-9-6 0,34 11 365,-4 0-1074,72 6 145,97-6 0,95-12 72,236-5 666,-527 9-3036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0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7042,'8'-20'5493,"-1"18"-3949,4 48-1544,-4 28 130,-3 0-1,-3 0 1,-9 77 0,1-65-97,5 0 1,11 116-1,-8-196 125,0-9 320,0-2-455,2-10-2241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1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83 7426,'13'-63'2040,"-16"54"593,-4 4-2113,0 2-256,5 1-96,1 2-128,-3 0-48,-1 2-16,-3 1 72,-28 16-536,-47 78-2121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1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26 7794,'-36'4'1824,"28"-14"657,4 3-2249,3 3-184,1 3-24,1-1 16,3 0 0,3 1 8,32-1-16,71 4-104,-38 4-328,33-2-2129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1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0 11330,'-56'29'5842,"78"-32"-6210,9-1-681,8-1-2455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3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95 8610,'3'0'158,"-1"-1"-1,1 1 1,-1 0 0,0-1-1,1 0 1,-1 0 0,1 1-1,-1-1 1,0-1 0,0 1-1,0 0 1,0-1 0,0 1-1,0-1 1,0 1 0,2-3-1,-4 3-90,1-1 0,-1 1 1,0-1-1,1 1 0,-1-1 0,0 1 0,0-1 0,0 0 0,0 1 0,0-1 0,0 1 1,-1-1-1,1 1 0,0-1 0,-1 0 0,0 1 0,1 0 0,-1-1 0,0 1 1,1-1-1,-1 1 0,0 0 0,0-1 0,0 1 0,0 0 0,0 0 0,0 0 0,-1 0 1,1 0-1,-2-1 0,-2-2 47,1 1-1,-1-1 1,0 1 0,0 1-1,0-1 1,0 1 0,-1 0-1,1 0 1,-1 0 0,1 1-1,-1 0 1,0 0 0,0 0-1,1 1 1,-1-1 0,0 2-1,0-1 1,1 1 0,-1-1-1,-6 3 1,-5 1 6,1 0 0,-1 1 0,1 1 0,0 0 0,-23 14 0,24-11-119,0 1 1,1 0-1,0 1 0,0 1 1,1 0-1,1 1 0,0 0 1,1 1-1,0 0 0,1 1 1,0 0-1,-7 18 0,13-24-7,0 1 0,0 0 0,1 0 0,0 0 1,1 0-1,0 0 0,1 0 0,0 1 0,1-1 0,0 1 0,0-1 0,1 0 0,0 1 0,1-1 0,0 0 0,1 0 0,0 0 1,1 0-1,0 0 0,0-1 0,11 17 0,-6-15 9,-1 0 0,2-1 0,-1-1 0,2 0 0,-1 0 0,1-1 0,0 0 0,1-1-1,0 0 1,0-1 0,0 0 0,20 5 0,19 5 58,94 17 0,-123-29-52,68 12 24,-17-4-27,106 32-1,-172-42-9,-1 0 1,-1 0-1,1 1 0,0 0 0,0 0 0,-1 0 0,0 1 0,0-1 1,0 1-1,0 0 0,0 1 0,4 5 0,-7-7-2,-1 0 1,1 0-1,-1 0 0,0 0 1,0 0-1,0 0 0,0 0 1,0 0-1,-1 0 0,0 1 1,1-1-1,-1 0 0,0 0 1,-1 0-1,1 1 0,-1-1 1,1 0-1,-1 0 0,0 0 1,0 0-1,0 0 0,-1 0 1,1 0-1,-3 5 0,-5 5-5,-1 1 1,0-2-1,-1 1 0,0-1 1,0-1-1,-2 0 0,1-1 1,-1 0-1,-1 0 0,-14 6 1,-15 8-44,-1-2-1,-47 15 1,45-20-12,-1-2 0,-1-2 1,-51 6-1,77-16-13,0 0 1,-1-2 0,1-1-1,0 0 1,0-2 0,0-1-1,0 0 1,0-2 0,-23-7-1,42 11 20,0 0 0,1 0 0,-1 0 0,1 0 0,-1 0-1,1 0 1,-1-1 0,1 1 0,0-1 0,0 0 0,0 0-1,0 0 1,0 0 0,0 0 0,0 0 0,1 0 0,-1-1 0,-2-3-1,4 3-74,0 1 0,0 0-1,0 0 1,0 0-1,0-1 1,1 1-1,-1 0 1,0 0-1,1 0 1,0 0-1,-1 0 1,1 0-1,0 0 1,0 0-1,0 0 1,1 0-1,-1 0 1,0 0-1,1 1 1,-1-1-1,1 1 1,-1-1-1,4-2 1,38-29-2596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3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37 11210,'-12'-24'7750,"4"12"-6282,8 12-1466,0 0 1,0 0-1,0 0 0,0 0 0,0 0 1,0 0-1,0 1 0,0-1 0,0 0 1,0 0-1,0 0 0,0 0 0,0 0 1,0 0-1,0 0 0,0 0 0,0 0 1,0 0-1,0 0 0,-1 1 0,1-1 1,0 0-1,0 0 0,0 0 1,0 0-1,0 0 0,0 0 0,0 0 1,0 0-1,0 0 0,0 0 0,0 0 1,0 0-1,-1 0 0,1 0 0,0 0 1,0 0-1,0 0 0,0 0 0,0 0 1,0 0-1,0 0 0,0 0 0,0 0 1,0 0-1,-1 0 0,1 0 1,0 0-1,0 0 0,0 0 0,0 0 1,0 0-1,0 0 0,0 0 0,1 10-1,0 0 0,1 0 0,0-1 0,6 16-1,5 12 3,1 0 2,-2 0 0,-1 1 0,-2 0 0,5 56 0,-1 180 20,12 127-116,-23-382-67,1 0 0,1 0 0,8 24 0,-7-41-763,-1-11 347,3-14-804,-7 23 1378,12-47-3706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3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8426,'0'6'5553,"10"-1"-2128,-10-7-3369,34 4-400,85-4 112,-19-13-609,9-2-407,15-12-2153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4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3 115 10410,'-1'-11'3180,"0"-13"-99,0 23-3075,1 1-1,0-1 0,0 1 1,0-1-1,1 1 0,-1-1 1,0 1-1,0-1 1,0 1-1,0-1 0,0 1 1,0 0-1,1-1 1,-1 1-1,0-1 0,0 1 1,1-1-1,-1 1 0,0 0 1,1-1-1,-1 1 1,0 0-1,1-1 0,-1 1 1,1 0-1,-1 0 1,0-1-1,1 1 0,-1 0 1,1 0-1,-1 0 0,1-1 1,-1 1-1,1 0 1,0 0-1,0 0 28,1 4 30,9 17-45,-2 0 0,0 1 0,-1 0 0,-1 1 0,-1-1 1,6 44-1,-1 90 68,-9-96-80,13 73 0,-47-344 104,27 164-172,2-1 1,7-94 0,-4 135-120,0 1 1,1-1 0,0 1 0,1-1 0,-1 1 0,1-1-1,1 1 1,-1 0 0,1 0 0,0 0 0,0 0 0,1 1-1,0-1 1,0 1 0,0 0 0,0 0 0,1 0 0,0 1-1,0 0 1,0 0 0,1 0 0,-1 0 0,1 1 0,0 0-1,0 0 1,0 0 0,0 1 0,0 0 0,8-1 0,52-5-3265,18-6-480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4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35 260 10282,'-7'-21'5495,"5"15"-5245,0-1-1,0 1 1,0 0 0,-1 0-1,0 0 1,0 0 0,-5-6-1,6 56-310,4-18 39,2 1 0,8 35 0,-10-53-24,1 0 0,-1-1 0,2 1 0,-1-1 1,1 0-1,0 0 0,1-1 0,0 1 1,0-1-1,0 0 0,1 0 0,10 9 1,-13-14 7,0-1 0,0 1 0,0-1 0,1 1 0,-1-1 1,0 0-1,1-1 0,-1 1 0,1 0 0,-1-1 0,1 0 0,-1 0 1,1 0-1,-1 0 0,1 0 0,-1-1 0,1 0 0,-1 1 1,0-1-1,1-1 0,-1 1 0,0 0 0,0-1 0,0 1 0,0-1 1,0 0-1,0 0 0,0-1 0,3-3 0,8-5-27,-1-1-1,-1 0 1,0-1-1,16-24 1,-10 9 244,-1 0 0,-1-1 1,-1-1-1,-2-1 0,-1 0 0,-2-1 1,-1 0-1,10-64 0,-19 78 128,0 18-302,0 0-1,0 0 0,0 0 0,0 0 1,0 0-1,0 0 0,0 0 0,0 0 1,0 0-1,0 0 0,0 0 0,0 0 1,0 0-1,0 0 0,0 0 0,0 0 1,0 1-1,0-1 0,0 0 0,-1 0 0,1 0 1,0 0-1,0 0 0,0 0 0,0 0 1,0 0-1,0 0 0,0 0 0,0 0 1,0 0-1,0 0 0,0 0 0,-1 0 1,1 0-1,0 0 0,0 0 0,0 0 1,0 0-1,0 0 0,0-1 0,0 1 1,0 0-1,0 0 0,0 0 0,0 0 1,0 0-1,0 0 0,0 0 0,0 0 1,-1 0-1,1 0 0,0 0 0,0 0 0,0 0 1,0 0-1,-8 47 66,6-9-84,-2 17-18,2 0 0,10 99 1,-8-150-48,0 0 1,0 0-1,1 0 1,0 0-1,0 1 1,0-1-1,0 0 1,1 0-1,0-1 1,0 1-1,0 0 1,0 0-1,0-1 1,1 0-1,-1 1 1,1-1-1,0 0 1,0 0-1,0 0 1,0-1-1,7 5 1,46 2-3036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5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204 195 5609,'22'-18'4451,"11"-3"-3297,-13 8-496,-19 12-518,0 0 0,0 0-1,0 0 1,0 0 0,0-1 0,0 1 0,0 0 0,0-1 0,0 1 0,0-1-1,-1 1 1,1-1 0,-1 0 0,1 1 0,-1-1 0,0 1 0,1-1-1,-1 0 1,0 1 0,0-1 0,0 0 0,0 1 0,-1-1 0,1 0 0,0 1-1,-2-3 1,-16-35 1094,15 35-1175,0-1-54,-1 1 0,0-1 0,0 1 0,0 0 1,0 0-1,-1 0 0,0 1 0,0 0 0,0 0 0,0 0 0,0 0 0,0 1 1,-1 0-1,1 0 0,-1 0 0,0 1 0,0 0 0,1 0 0,-1 0 1,0 1-1,0 0 0,0 0 0,0 0 0,0 1 0,1 0 0,-1 0 0,0 0 1,1 1-1,-1 0 0,0 0 0,1 0 0,0 1 0,0 0 0,0 0 0,0 0 1,0 1-1,0-1 0,-6 8 0,4-2-16,0 1 0,1 0 0,0 0 0,0 1 0,1-1 0,1 1 0,0 0 0,0 1 0,1-1 0,0 1 0,1-1 0,1 1 0,0 0 0,0 0 0,1-1 0,0 1 0,3 13 0,-2-16-98,1 1 1,0 0-1,1 0 1,0-1-1,1 1 1,0-1-1,0 0 1,1 0-1,0 0 0,0-1 1,1 0-1,0 0 1,1 0-1,0-1 1,0 0-1,0 0 0,1-1 1,0 0-1,0 0 1,12 5-1,0-2-895,0-2 0,28 8-1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5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160 228 6745,'-19'-80'7072,"14"54"-5113,-1 0 1,-1 0 0,-19-44-1,43 107-1936,-3 1-1,-1 0 1,-2 1 0,-1 0-1,-2 1 1,4 66-1,-8 248-21,-7-260 24,6 314-1050,-13-458-5557,2 1 2840</inkml:trace>
  <inkml:trace contextRef="#ctx0" brushRef="#br0" timeOffset="1">0 753 10346,'0'0'5553,"46"5"-7505,56 4 768,-48-1-1913,40 1 448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10 116 8258,'-10'-14'8971,"16"60"-9655,-4-31 1108,4 106-430,2 25-1,-6-127-34,1-1 0,0 0 0,2 0-1,0 0 1,10 22 0,-15-37 20,1 0 1,1-1-1,-1 1 1,0 0-1,1-1 1,-1 1-1,1-1 1,0 1-1,0-1 0,0 0 1,0 0-1,0 1 1,0-2-1,1 1 1,-1 0-1,1 0 1,-1-1-1,1 1 1,0-1-1,-1 0 1,1 0-1,0 0 0,0 0 1,0 0-1,0-1 1,0 1-1,0-1 1,0 0-1,0 0 1,0 0-1,0 0 1,0-1-1,0 1 1,0-1-1,-1 0 0,1 1 1,0-1-1,5-3 1,3-2-32,0 0 0,-1-1 1,0 0-1,0-1 0,-1 0 0,0-1 0,-1 0 1,11-12-1,-3-2 116,0-1 1,-1 0-1,-2-1 1,0 0-1,-2-1 1,-1-1-1,-1 1 1,-1-2-1,-1 1 1,-2-1-1,-1 0 0,-1 0 1,-1 0-1,-1 0 1,-2-1-1,-1 1 1,-8-42 115,11 73-561,0 0-1,0 0 1,0 0 0,1 0 0,-1 0-1,1-1 1,0 1 0,0 0-1,0-1 1,0 0 0,0 1-1,1-1 1,3 3 0,63 64-2845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6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8 165 11258,'-8'-28'4204,"25"71"-1233,5 50-2930,16 138 0,-31-181-36,-8-20 1,-3-27 35,-2-21 92,-4-22-59,1-1 0,2 0 0,2 0 0,1-67 0,4 96-109,1 0 0,0 0-1,1 0 1,1 0 0,0 1-1,0-1 1,1 1 0,0-1-1,1 1 1,1 1 0,-1-1-1,2 1 1,0 0 0,0 0-1,0 1 1,1 0 0,1 0 0,-1 1-1,1 0 1,1 0 0,11-6-1,-4 4-181,0 1-1,1 1 1,0 0 0,0 2-1,1 0 1,-1 1 0,1 1-1,25-2 1,80 3-3053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7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37 338 4785,'-6'-14'3098,"5"11"-2860,1 1 0,-1 0 0,0 0 0,0 0 1,-1 0-1,1 0 0,0 0 0,-1 0 0,1 0 0,-1 0 0,1 1 0,-1-1 0,0 0 0,0 1 0,0 0 0,0-1 0,0 1 1,-2-1-1,53 18 2211,-36-14-2503,0 0 0,1-1 0,-1-1 0,0 0 0,0 0 0,0-2 1,0 0-1,0 0 0,0-1 0,17-6 0,-18 4 13,0 1-1,-1-2 1,1 1 0,-1-2-1,0 1 1,13-12-1,-20 14 64,-1 1 0,1-1 0,-1 1 0,0-1 0,0 0 0,-1 0-1,1 0 1,-1-1 0,0 1 0,0-1 0,0 1 0,-1-1 0,1 1-1,-1-1 1,0 0 0,-1 0 0,1 0 0,-1 1 0,0-1 0,-1-7-1,1 4 0,-1-1-1,0 1 1,-1-1-1,0 1 1,-1-1-1,1 1 1,-2 0-1,1 0 1,-1 0-1,-8-11 1,10 15-29,-1 1-1,0 0 1,-1 0 0,1 0 0,0 0-1,-1 0 1,0 1 0,1-1 0,-1 1 0,0 0-1,0 0 1,0 1 0,0-1 0,-1 1-1,1 0 1,0 0 0,-1 0 0,1 1-1,0 0 1,-1-1 0,1 1 0,-7 1-1,2 0 8,1 0 0,-1 1 0,1 0 0,-1 0-1,1 0 1,0 1 0,0 1 0,0-1 0,0 1-1,1 1 1,-1-1 0,1 1 0,0 0 0,1 1 0,-1 0-1,1 0 1,0 0 0,1 1 0,-9 12 0,10-11 10,-1 1 1,1 0 0,0 0-1,1 0 1,0 0 0,1 1-1,0-1 1,0 1 0,1 0 0,0 0-1,1-1 1,0 1 0,1 0-1,0 0 1,0-1 0,1 1-1,3 10 1,-2-9 5,1-1 0,0 0 0,0 0 0,1 0 0,1 0 1,-1-1-1,2 0 0,-1 0 0,1 0 0,0-1 0,1 0 0,0-1 0,0 0 0,1 0 0,14 8 0,-8-6-118,1-2 0,0 0 0,0 0 1,1-2-1,-1 0 0,1-1 0,0-1 0,1 0 0,20 0 0,112-5-2510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7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293 148 8922,'4'-31'7346,"-9"-9"-4637,4 33-2394,0 0 0,0-1 0,0 1 0,1-1 0,0 1 0,0-1 0,3-12 0,1 16 809,3 15-954,10 31-285,3 25 114,-3 1 1,-2 0 0,8 109 0,-4 232-26,-16-260 46,-4-148-160,-2-9-21,-9-26-197,-12-50-338,23 83 681,-14-50-564,-22-48 0,28 80 466,0 1 0,-1-1-1,-1 2 1,0-1 0,-22-23-1,30 37 106,-1 0-1,0 1 1,0-1-1,-1 1 1,1-1-1,-1 2 1,0-1-1,0 0 1,0 1-1,0 0 1,0 0-1,0 0 1,0 1-1,-1-1 1,1 1-1,-1 1 1,1-1-1,-1 1 1,1 0-1,-1 0 1,1 1-1,0-1 1,-1 1-1,1 0 1,-1 1-1,1-1 1,0 1-1,0 0 1,0 1-1,0-1 1,0 1-1,1 0 1,-1 0-1,1 0 1,-8 8-1,7-6-1,0 0-1,0 0 0,1 1 1,-1 0-1,1 0 0,0 0 0,1 0 1,-1 1-1,1-1 0,1 1 0,-1 0 1,1 0-1,0 0 0,1 0 0,0 1 1,0-1-1,0 0 0,1 0 0,0 1 1,1-1-1,-1 0 0,2 0 1,-1 1-1,1-1 0,0 0 0,0 0 1,0-1-1,1 1 0,5 9 0,60 105-38,-58-100 10,-1-3 36,0 1 0,1-1 0,1 0 0,1-1 0,21 24 1,-29-37-50,0-1 0,0 1 0,0-1-1,0 0 1,0 0 0,1 0 0,0-1 0,-1 1 0,1-1 0,0 0 0,0-1 0,0 1 0,0-1 0,1 0 0,-1 0 0,0-1 0,0 0 0,1 1 0,-1-2 0,0 1 0,0-1 0,1 1 0,-1-2 0,0 1 0,0 0-1,0-1 1,0 0 0,6-3 0,10-8-729,0 0 0,-2-1 0,33-29 0,-48 39 642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8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52 9898,'0'0'203,"-1"0"1,0-1-1,0 1 0,1 0 1,-1 0-1,0 0 0,0-1 0,1 1 1,-1 0-1,0 0 0,1-1 1,-1 1-1,0-1 0,1 1 0,-1-1 1,0 1-1,1-1 0,-1 1 1,1-1-1,-1 1 0,1-1 0,0 0 1,-1 1-1,1-1 0,-1 0 1,1 1-1,0-1 0,-1-1 1,2 0-188,0 1 1,0-1-1,0 1 1,0 0 0,0 0-1,1-1 1,-1 1-1,0 0 1,0 0 0,1 0-1,-1 0 1,1 0-1,-1 0 1,1 1 0,-1-1-1,1 1 1,0-1-1,-1 1 1,1-1 0,2 1-1,10-5-3,1 1 0,0 1 0,0 1 1,0 0-1,26 0 0,-32 2-14,1 1 1,-1 0-1,1 1 0,-1 0 1,0 0-1,0 1 0,0 0 1,0 0-1,-1 1 1,1 0-1,-1 1 0,10 7 1,-9-4 2,0 1 0,0 0 0,-1 0 0,0 1-1,-1 0 1,0 1 0,-1-1 0,0 1 0,0 0 0,-1 1 0,-1-1 0,0 1 0,-1 0 0,0 0 0,0 0 0,-1 0 0,-1 1 0,0 14 0,-1 2 11,-1-1 1,-1 1-1,-1 0 1,-2-1 0,-1 0-1,-17 50 1,18-65-6,0-1 0,0 0 0,-1 1 0,-1-2 0,0 1 0,0-1 0,-13 14 0,14-19 0,-1 0 0,0 0 0,0 0 0,-1-1 0,0 0 0,0 0 1,0-1-1,0 0 0,-1-1 0,0 1 0,-14 2 0,9-3 15,0 0 0,-1-1-1,1 0 1,0-1 0,-18-1-1,144 22-102,-99-20-16,72 8 209,-4-5-3437,56 0 647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9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24 14507,'-6'-8'2385,"7"-2"1343,1 5-4736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19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88 10050,'38'-75'2337,"-38"75"-2254,1 0 1,-1-1-1,0 1 0,0 0 1,1 0-1,-1-1 1,0 1-1,0-1 1,0 1-1,0 0 1,0-1-1,1 1 1,-1 0-1,0-1 0,0 1 1,0-1-1,0 1 1,0 0-1,0-1 1,0 1-1,0-1 1,0 1-1,0 0 1,0-1-1,-1 1 0,1-1 1,0 1-1,0 0 1,0-1-1,0 1 1,-1 0-1,1-1 1,-13 4 504,-15 14-791,28-16 260,-199 122 879,7-5-218,191-117-734,-1 0 0,1 0 0,-1 1 1,1-1-1,0 0 0,0 1 0,0-1 0,0 1 0,0 0 0,0-1 0,0 1 0,0 0 1,0-1-1,1 1 0,-1 0 0,1 0 0,-1 0 0,1-1 0,0 1 0,0 3 1,0 0-9,1 0 1,-1 0-1,1 0 1,0 0-1,0 0 1,1-1-1,3 8 1,2 3-2,0-1 0,2 0 0,17 22 0,-11-18 25,1 0 0,1-2 0,1 0 0,38 25 1,87 43 14,14 10 5,-140-81-18,0 0-1,-1 1 1,0 0-1,-2 1 0,0 1 1,20 27-1,-29-35-1,-1 0 0,1 0-1,-1 1 1,0-1 0,-1 1-1,0 0 1,-1 0 0,0 0-1,0 0 1,0 11 0,-1-16 0,-1-1 1,0 1-1,-1-1 1,1 0 0,-1 1-1,1-1 1,-1 0-1,0 0 1,0 0-1,-1 1 1,1-1 0,0 0-1,-1 0 1,0-1-1,0 1 1,0 0 0,0-1-1,0 1 1,-1-1-1,1 1 1,-1-1 0,1 0-1,-1 0 1,0 0-1,0-1 1,0 1 0,0-1-1,0 1 1,0-1-1,-6 2 1,-13 0 14,1-1 1,0 0 0,0-2-1,-1 0 1,1-1-1,0-1 1,0-1-1,-28-8 1,40 9-13,-36-9-146,1-1 1,1-3 0,0-2 0,1-1-1,-51-30 1,62 28-813,31 20 911,0 0 1,0-1-1,0 1 0,0 0 0,0 0 0,-1-1 0,1 1 1,0 0-1,0 0 0,0-1 0,0 1 0,0 0 0,0 0 1,0-1-1,0 1 0,0 0 0,0-1 0,0 1 1,0 0-1,0 0 0,0-1 0,0 1 0,0 0 0,0 0 1,1-1-1,-1 1 0,0 0 0,0 0 0,0-1 0,0 1 1,0 0-1,1 0 0,-1 0 0,0-1 0,0 1 1,0 0-1,1 0 0,-1 0 0,0 0 0,0 0 0,1-1 1,-1 1-1,0 0 0,0 0 0,1 0 0,-1 0 0,0 0 1,0 0-1,1 0 0,-1 0 0,0 0 0,0 0 1,1 0-1,-1 0 0,0 0 0,0 0 0,1 0 0,-1 0 1,0 0-1,0 0 0,1 0 0,-1 1 0,23-5-1656,31 1-1496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0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50 379 7618,'12'-7'827,"-10"7"-684,-1-1 1,1 1-1,-1-1 0,1 1 0,-1-1 0,1 0 1,-1 1-1,0-1 0,1 0 0,-1 0 0,0 0 0,0 0 1,1 0-1,-1-1 0,0 1 0,0 0 0,0-1 1,-1 1-1,1 0 0,0-1 0,0 1 0,-1-1 1,1 1-1,-1-1 0,1 1 0,-1-1 0,0 1 1,1-1-1,-1 0 0,0-2 0,0 2-84,1 1 1,0-1-1,-1 0 0,1 1 0,0-1 1,0 1-1,0-1 0,0 1 0,0-1 1,0 1-1,1 0 0,-1-1 0,0 1 1,1 0-1,-1 0 0,1 0 0,-1 0 1,1 0-1,-1 1 0,4-2 0,39-19-395,-41 20 451,6-3-103,27-11 76,59-35 0,-92 48-78,0 0-1,0 0 1,0 0-1,0 0 1,-1 0-1,1 0 1,-1-1-1,0 1 1,1-1-1,-1 0 1,-1 0-1,1 0 1,0 0-1,-1 0 1,1 0-1,-1 0 1,0 0-1,0-1 1,0 1-1,0 0 1,-1-1-1,1 1 1,-1 0-1,0-1 1,0 1-1,0-1 1,-1 1-1,1-1 1,-1 1 0,0 0-1,0-1 1,0 1-1,0 0 1,0 0-1,-1 0 1,0 0-1,1 0 1,-5-5-1,0-1 6,0 2-1,-1-1 0,0 1 1,0 0-1,0 0 1,-1 1-1,0 0 1,0 1-1,0-1 0,-1 2 1,0-1-1,-13-4 1,16 7-16,-1 0 1,1 1-1,-1-1 0,1 1 1,-1 1-1,1-1 0,-1 1 1,1 0-1,-1 1 0,1 0 1,-1 0-1,1 0 0,-1 1 1,1-1-1,0 2 1,0-1-1,0 1 0,0 0 1,0 0-1,1 0 0,-1 1 1,1 0-1,0 0 0,-6 6 1,5-2-12,-1-1 0,1 2 0,1-1 0,0 1 1,0-1-1,1 1 0,0 1 0,0-1 0,1 1 0,0-1 1,1 1-1,0 0 0,0 0 0,1 0 0,1 18 0,0-4 11,2 1 0,1 0-1,1-1 1,1 0-1,1 0 1,1 0-1,2-1 1,0 0 0,1-1-1,1 1 1,21 30-1,-26-44-139,1-1 1,0 1-1,0-1 0,1 0 0,0-1 0,0 1 0,0-2 0,1 1 1,0-1-1,1-1 0,-1 1 0,1-2 0,0 1 0,1-1 0,-1-1 0,0 0 1,1 0-1,0-1 0,0-1 0,-1 0 0,1 0 0,0-1 0,0 0 1,0-1-1,0 0 0,0-1 0,-1 0 0,15-5 0,69-31-2427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0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12243,'0'3'5941,"6"14"-5861,2 6-17,46 161-154,-48-155 91,0-1 0,-2 1-1,-2 1 1,0-1 0,-3 34 0,-11-101-614,6-2 406,3 0-1,1 0 0,2 0 1,1 0-1,2 0 1,3 1-1,10-46 1,-15 84 209,-1-1 0,1 1 0,-1 0 1,1 0-1,0 0 0,-1-1 0,1 1 0,0 0 1,0 0-1,0 0 0,0 0 0,0 1 1,0-1-1,0 0 0,0 0 0,0 1 0,0-1 1,0 0-1,0 1 0,1-1 0,-1 1 1,0-1-1,2 1 0,1-1-5,0 1 0,0-1 0,0 1 0,0 0 0,0 0 0,0 1 0,7 0 0,0 2-4,-1 0 0,1 0-1,-1 1 1,0 0 0,10 6 0,-9-2 9,-1 1-1,1 0 1,-1 0 0,-1 1 0,0 0 0,0 1 0,-1 0-1,-1 1 1,0-1 0,0 1 0,-1 1 0,-1-1-1,0 1 1,0 0 0,-2 0 0,1 0 0,-2 1 0,0-1-1,0 1 1,-1 18 0,-1-32-13,0 1 0,0-1 0,0 1 0,1-1 0,-1 0 1,0 1-1,0-1 0,0 1 0,0-1 0,0 1 0,0-1 0,0 1 0,-1-1 0,1 0 0,0 1 0,0-1 0,0 1 0,0-1 0,0 0 1,-1 1-1,1-1 0,0 1 0,0-1 0,-1 0 0,1 1 0,0-1 0,-1 0 0,1 0 0,0 1 0,-1-1 0,1 0 0,-1 1 1,-10-11-333,-8-23-86,16 27 461,0 0 0,0-1-1,1 1 1,0-1 0,0 0-1,1 1 1,0-1 0,0 0 0,0 0-1,1 0 1,0 0 0,0 0-1,1 0 1,0 1 0,0-1 0,1 0-1,0 0 1,0 1 0,0-1-1,1 1 1,0 0 0,0 0-1,0 0 1,1 0 0,0 0 0,0 1-1,1 0 1,0-1 0,0 2-1,0-1 1,0 1 0,1-1 0,-1 2-1,8-5 1,-3 1-1,-1 1-1,1 0 1,-1 1 0,2 0 0,-1 0-1,0 1 1,1 0 0,0 1 0,0 1-1,0-1 1,0 2 0,0 0-1,21 0 1,-29 2-21,0-1-1,0 2 1,1-1 0,-1 0-1,0 1 1,0-1-1,0 1 1,-1 0 0,1 0-1,0 0 1,-1 0 0,1 0-1,-1 1 1,0-1-1,1 1 1,-1 0 0,-1 0-1,1-1 1,2 5-1,3 7 20,-1 1-1,9 27 0,-11-30-11,5 22-44,9 59 0,-14-65-1211,1-1 0,1 1 0,18 49 0,-6-46-2003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1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39 10618,'-3'-28'8952,"5"17"-7717,2 14-830,8 24-727,-2 1 0,-2 0 0,0 1 0,-2 0 0,-1 0 0,-1 0 1,0 35-1,-3-33-1962,6-4-1528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1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13315,'0'-82'2744,"22"75"1249,12-1-3993,17-1-1040,3 2-696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1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43 8330,'-3'-7'5209,"-1"3"-4457,1 1-528,0 0 232,-1-1 48,1 2 8,1 1-71,2-1-89,2 0-248,5 1-56,50-1-400,98-10-3025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2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23 4401,'0'-10'10509,"-1"9"-10417,0 0-1,1 0 0,-1 0 1,0 0-1,1 0 0,-1 1 1,0-1-1,0 0 0,0 1 1,0-1-1,0 0 1,0 1-1,0-1 0,0 1 1,0 0-1,0-1 0,0 1 1,0 0-1,0 0 1,0-1-1,0 1 0,-3 0 1,-7 0-96,-1 1 0,0-1 0,1 2 0,-1 0 0,1 0 0,-1 1 0,1 1 0,0 0 0,0 0 0,1 1 0,-1 0 0,1 1 0,0 0 0,1 1 0,-1 0 1,1 0-1,1 1 0,-1 0 0,1 1 0,1 0 0,-1 0 0,-5 11 0,12-18-42,0 0 0,0 0 0,1 0 0,-1 0 0,1 0 0,0 0 0,-1 0-1,1 0 1,0 0 0,0 0 0,0 0 0,0 0 0,1 0 0,-1 0 0,1 0 0,-1 0 0,1 0 0,-1 0 0,1-1 0,0 1 0,0 0 0,0 0 0,0-1-1,0 1 1,1 0 0,-1-1 0,0 1 0,1-1 0,-1 0 0,1 1 0,-1-1 0,4 2 0,6 5 39,1-1 0,-1 0 0,22 8 0,-28-12-19,110 45 93,-65-29-28,-1 2 0,0 2-1,84 56 1,-125-73-32,0 0 0,0 1 0,-1 1 0,0-1 0,7 10 1,-13-16-5,0 1 1,1-1-1,-1 1 1,0 0-1,0-1 1,0 1 0,-1 0-1,1 0 1,0-1-1,-1 1 1,1 0 0,-1 0-1,1 0 1,-1 0-1,0 0 1,0 0-1,0 0 1,0 0 0,0-1-1,0 1 1,-1 0-1,1 0 1,0 0-1,-1 0 1,0 0 0,1 0-1,-1-1 1,0 1-1,0 0 1,0-1-1,0 1 1,0-1 0,-1 1-1,-2 2 1,-4 2 7,-1 0 1,-1-1 0,1 0 0,-1 0-1,0-1 1,0 0 0,0-1 0,0 0-1,-1-1 1,1 0 0,-16 1 0,-3-1-52,-1-1 0,1-2 0,-32-3 0,41 1-90,0 0 1,1-1-1,-1-2 0,-19-6 1,33 9-114,-1 0 0,0 0 0,1 0 0,0-1 1,0 0-1,0 0 0,0-1 0,1 0 1,-1 0-1,1 0 0,0 0 0,1-1 0,-1 0 1,-4-8-1,-9-44-2591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3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33 129 8490,'-4'-24'592,"3"12"409,-1 0 1,0-1 0,0 1 0,-2 0 0,1 1-1,-12-22 3626,19 43-4718,6 13 50,19 62 47,-4 1 0,-3 1 0,-5 1 0,9 107 0,2 379-188,-26-500 82,-5-44-2602,5-42-824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3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77 11034,'-1'-5'2609,"-4"-10"840,8 5-3193,11-2-272,13 7-40,22-4-24,16 1 32,18 1-528,2 5-417,12-1-2479,-18 3 183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3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7666,'8'1'9065,"-1"4"-7508,12 27-2256,-4-1 737,-1 1 1,-1 1-1,-2 0 0,-1 1 0,6 42 0,-1 109-11,-12-126-6,-30-146 633,18 47-578,2 0 0,-2-53 0,8 73-92,1 1-1,0 0 0,2 0 1,1 0-1,0 0 0,1 0 0,8-22 1,-10 37-56,0-1 1,0 1 0,0 0 0,1 0-1,-1 0 1,1 0 0,0 1 0,0-1-1,1 1 1,-1-1 0,1 1 0,0 0-1,0 0 1,-1 1 0,2-1 0,-1 1-1,0 0 1,0 0 0,1 0 0,4 0-1,8-2-752,0 1-1,0 1 0,0 0 0,21 1 0,-24 1 79,66-1-2956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4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11218,'1'-12'7290,"0"21"-4594,7 32-2633,37 178-1035,-34-159-132,-11-59 1090,0-1-1,0 0 1,0 1 0,0-1 0,0 0-1,0 1 1,0-1 0,0 0 0,1 1 0,-1-1-1,0 0 1,0 0 0,0 1 0,0-1-1,0 0 1,0 1 0,1-1 0,-1 0-1,0 0 1,0 1 0,0-1 0,1 0 0,-1 0-1,0 1 1,0-1 0,1 0 0,-1 0-1,0 0 1,0 0 0,1 0 0,-1 1 0,0-1-1,1 0 1,-1 0 0,0 0 0,1 0-1,-1 0 1,0 0 0,1 0 0,-1 0-1,0 0 1,0 0 0,1 0 0,-1 0 0,0 0-1,1 0 1,-1 0 0,0 0 0,1-1-1,-1 1 1,0 0 0,0 0 0,1 0 0,-1 0-1,1-1 1,14-14-149,-13 13 136,1-1 20,45-49 64,-2-2 1,-2-2-1,67-114 1,-107 161 410,-4 26-243,3 4-284,19 109 57,-18-113-317,1 0 1,0-1 0,2 1 0,0-1 0,14 25 0,-18-37 101,-1-1-1,1 1 1,-1-1-1,1 0 1,0 0-1,0 0 1,1 0-1,5 3 1,38 11-3221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4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45 7634,'-1'-9'8616,"1"8"-8383,-17-10 1412,-35-5-2333,40 14 684,5 0 1,0 1 0,0 0 0,0 0 0,0 0-1,0 1 1,0 1 0,0-1 0,0 1 0,0 0-1,0 0 1,0 1 0,0 0 0,-10 5 0,5-2-12,1 1 0,0 1 1,1 0-1,0 0 1,0 1-1,0 0 0,1 1 1,0 0-1,1 0 1,0 1-1,0 0 0,1 1 1,1-1-1,0 1 0,0 1 1,1-1-1,0 1 1,1 0-1,0 0 0,1 0 1,1 0-1,0 1 1,0-1-1,1 14 0,1-19-36,1 0-1,0-1 1,0 1-1,1-1 1,-1 1 0,2-1-1,-1 0 1,0 0-1,1 0 1,0 0-1,1 0 1,-1 0-1,1-1 1,0 0-1,1 0 1,-1 0 0,1 0-1,0 0 1,0-1-1,1 0 1,-1 0-1,1-1 1,10 6-1,3-1-888,0 0-1,34 9 0,-49-16 823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5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104 146 8970,'-12'-44'1167,"-15"-43"5062,20 72-2875,14 36-2510,9 27-835,-2 2 0,-3 0-1,-2 0 1,-2 1 0,1 58-1,-14 271 44,0-265-36,14 178 0,-93-429-9560,45 73 5662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5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80 8778,'-2'-12'2336,"5"5"601,18 1-2345,8 2-488,27-1-64,15-2 56,36-6-464,0-1-440,26 7-2193,-23 2 161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5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9938,'0'3'8192,"7"31"-8335,21 133 119,-20-103 4,3-1 1,20 64-1,-29-119-13,1 0 1,1 0-1,-1 0 0,1 0 1,1 0-1,-1-1 0,1 0 1,9 10-1,-12-15 5,0 0 0,1 0 0,-1 0 0,1 0-1,0-1 1,-1 1 0,1-1 0,0 1 0,0-1 0,0 0 0,0 0-1,0 0 1,0 0 0,0-1 0,0 1 0,1-1 0,-1 0 0,0 0 0,0 0-1,0 0 1,0-1 0,1 1 0,-1-1 0,0 0 0,0 0 0,0 0-1,3-2 1,5-3-67,0 0 0,-1-1 0,0-1 0,0 1-1,-1-2 1,0 1 0,0-1 0,-1 0 0,0-1-1,-1 0 1,0-1 0,-1 1 0,0-1 0,5-12 0,3-9-42,-2 1 1,-1-2 0,13-64 0,-18 65 258,-2 0 0,0-33 1,-4 53 35,0-1 1,-1 1-1,0-1 0,-1 1 1,-1 0-1,0 0 0,0 0 1,-7-13-1,3 13-153,8 22-1022,12 31-811,22 27-1068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6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0 178 11370,'17'-13'6500,"-15"13"-6478,0-1-1,0 0 1,1 1-1,-1-1 0,0 1 1,1 0-1,-1-1 1,0 1-1,1 0 0,-1 1 1,0-1-1,1 0 1,-1 1-1,0-1 0,0 1 1,1 0-1,-1-1 1,0 1-1,0 0 0,0 0 1,0 1-1,0-1 0,0 0 1,2 3-1,1 0-19,3 0-2,-1 1 0,0 1 1,0 0-1,-1 0 0,0 0 0,0 0 0,0 1 0,-1 0 0,0 0 0,0 1 0,5 11 0,6 23 36,-1 1 0,-3 0 1,-1 1-1,7 61 0,-28-122 138,6 3-163,-24-134 79,25 127-143,1 1 0,1-1 0,1 1 0,1-1 0,5-25 1,-3 35-78,0 0-1,1 0 1,1 1 0,0-1 0,0 1 0,1 0 0,0 1 0,1-1 0,0 1 0,0 1-1,1-1 1,14-11 0,-12 11-149,0 1-1,1 0 1,0 1-1,1 0 1,-1 0-1,1 1 0,0 1 1,1 0-1,-1 1 1,18-4-1,-19 7-308,-1 0 1,1 0-1,-1 1 0,15 2 0,25 11-2315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6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53 248 8666,'16'-5'4377,"3"-8"-3416,21-15-2236,-6 14 1111,-16 7 129,0 0-1,0-1 1,0-1 0,-2-1 0,31-22-1,-46 30 73,0 1 0,0-1 1,0 1-1,0-1 0,0 0 0,-1 1 0,1-1 0,0 0 0,-1 0 0,1 0 0,-1 1 0,0-1 1,0 0-1,1 0 0,-1 0 0,0 0 0,-1 0 0,1 1 0,0-1 0,-1 0 0,1 0 0,-1 0 0,1 1 1,-1-1-1,0 0 0,1 1 0,-1-1 0,0 0 0,0 1 0,0-1 0,-1 1 0,1 0 0,0-1 1,-1 1-1,1 0 0,-3-2 0,-2-4 86,-1 1 0,0 0-1,-1 1 1,0-1 0,-12-6 0,15 10-129,0 0-1,0 1 1,0 0 0,0-1-1,0 2 1,0-1 0,0 0-1,0 1 1,-1 0-1,1 0 1,0 1 0,0-1-1,0 1 1,0 0 0,0 1-1,0-1 1,0 1 0,0 0-1,1 0 1,-1 1 0,1-1-1,-1 1 1,1 0-1,0 0 1,0 0 0,0 1-1,1-1 1,-1 1 0,-3 5-1,-3 3-10,1 0 0,0 1-1,0 1 1,1-1 0,1 1-1,0 1 1,1-1 0,-4 17-1,7-19 21,0 0 0,1 0-1,0 1 1,1-1-1,1 0 1,0 1-1,0-1 1,1 0 0,1 0-1,0 1 1,1-1-1,6 18 1,-6-21-41,1-1 0,0 0 0,1 0 1,-1 0-1,2-1 0,-1 0 0,1 0 0,0 0 0,0-1 0,1 1 1,0-1-1,0-1 0,1 0 0,-1 0 0,1 0 0,0-1 1,0 0-1,9 3 0,2-1-530,-1-1 1,1-1 0,28 3-1,63-4-1591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7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473 994 8130,'-28'-21'5658,"17"13"-4972,1 0 0,-1 0 0,-22-10 1,27 16-687,0 0 1,0 0 0,0 1-1,0-1 1,-1 1 0,1 1-1,-1-1 1,1 1 0,0 0-1,-1 1 1,-6 0 0,-2 3-3,0-1-1,0 2 1,1 0 0,0 0-1,0 2 1,0 0 0,1 0-1,0 1 1,0 1 0,1 0-1,0 0 1,1 2 0,0-1-1,0 1 1,1 1 0,1 0-1,-13 21 1,13-20-20,2 0 1,0 1-1,0 0 1,1 0-1,1 1 0,1-1 1,0 1-1,0 0 1,2 0-1,0 1 0,0-1 1,2 0-1,0 1 1,0-1-1,2 0 0,0 1 1,6 21-1,-7-33-5,0-1 0,0 1 0,0-1 0,0 0 0,1 1-1,0-1 1,-1 0 0,1 0 0,0 0 0,1 0 0,-1 0 0,1 0 0,-1-1 0,1 1-1,0-1 1,0 0 0,0 0 0,0 0 0,0 0 0,6 3 0,-5-5-8,-1 1 0,1-1 0,0 0 0,-1 0 0,1-1 0,-1 1 0,1-1 0,0 1 0,-1-1 0,1 0 0,-1-1-1,0 1 1,1 0 0,-1-1 0,0 0 0,0 0 0,0 0 0,0 0 0,0 0 0,0-1 0,-1 1 0,4-5 0,21-22-127,-1-1 0,-2-2 0,-1 0 0,-2-2-1,29-59 1,66-192 75,-85 199 407,-4-1-1,-5-2 1,-3-1-1,-4 0 1,6-144 0,-21 214-45,-1 0 0,-1-1 0,-5-26 1,5 41-184,1 0 0,-1 1 0,0-1 0,0 0 0,0 1 0,-1 0 0,0-1 0,0 1 0,0 0 0,-1 1 0,1-1 0,-1 0 0,0 1 0,-1 0 1,-6-5-1,10 9-90,1-1 0,-1 1 0,0 0 1,0 0-1,1 0 0,-1 0 1,0 0-1,0 0 0,1 0 1,-1 0-1,0 0 0,0 0 0,1 0 1,-1 0-1,0 0 0,1 1 1,-1-1-1,0 0 0,1 1 1,-1-1-1,0 0 0,1 1 0,-1-1 1,1 1-1,-1-1 0,0 1 1,1-1-1,-1 1 0,1 0 1,0-1-1,-1 1 0,1-1 0,-1 1 1,1 0-1,0-1 0,0 1 1,-1 0-1,1 0 0,0-1 1,0 2-1,-13 37-55,12-36 49,-15 67-37,3 1-1,3 1 1,3 0 0,3 0-1,9 112 1,4-92 38,4-1-1,4-1 1,54 169 0,-4-99-986,7-23-2114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8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77 7330,'-3'-2'600,"-27"-18"2199,29 20-2533,0-1 1,0 1-1,0-1 0,0 0 0,0 0 0,0 1 0,0-1 0,0 0 0,1 0 0,-1 0 0,0 0 1,0 0-1,1 0 0,-1 0 0,1 0 0,-1 0 0,1 0 0,-1 0 0,1-1 0,0 1 0,-1-2 1,4 1-220,0 0 1,0 0-1,0 0 1,0 0-1,1 1 1,-1-1-1,0 1 1,1 0-1,-1 0 1,1 0 0,0 0-1,-1 1 1,8-1-1,7-2 1,-1 0-40,1 0 1,0 0-1,0 2 1,0 0-1,33 4 0,-43-2-6,-1 0 0,1 1 0,-1 0 0,0 0 0,0 1 0,1 0 0,-2 0 0,1 1 0,0-1 0,-1 1-1,1 1 1,-1 0 0,0-1 0,-1 2 0,1-1 0,-1 1 0,0 0 0,5 7 0,-5-3-3,0 0 0,0 1 0,-1-1 1,0 1-1,-1 0 0,0 0 0,-1 0 1,0 0-1,-1 0 0,0 1 0,-1-1 0,0 1 1,-1-1-1,0 0 0,-1 0 0,0 0 1,-1 1-1,-5 14 0,6-23-20,-1 0 1,1 0-1,-1-1 1,0 1-1,0-1 0,0 1 1,0-1-1,0 0 0,-1 0 1,1 0-1,-1-1 1,1 1-1,-1-1 0,0 0 1,1 0-1,-1 0 0,0 0 1,0-1-1,0 1 1,1-1-1,-5 0 0,-1 0-52,1 0 0,-1 0 0,1-1 0,-1 0 0,1-1 0,-1 0 0,1 0 0,-13-5 0,41 17-200,18 9 253,1 0 0,1-3 1,50 14-1,-85-29 27,24 6 20,-1 2-1,41 18 1,-64-25-39,0 0 0,0 0 0,0 1 1,-1 0-1,1 0 0,-1 0 0,1 0 0,-1 1 0,0-1 1,0 1-1,-1 0 0,1 0 0,-1 1 0,0-1 0,0 1 1,0-1-1,-1 1 0,0 0 0,0 0 0,0 0 1,2 8-1,-5-8-2,0 0-1,0 1 1,0-1 0,-1 0 0,1 0 0,-1 0-1,-1 0 1,1 0 0,-1 0 0,1-1 0,-1 1 0,-1-1-1,1 0 1,0 0 0,-1 0 0,0 0 0,0-1-1,-9 6 1,-16 13 30,-1-1 0,-1-2 0,-1-1 0,0-1 0,-1-2 0,-1-1 0,-1-2 0,0-1 0,0-2 0,-1-2 0,-41 4 0,68-10 4,-2 1 38,1 0-1,-1-1 1,0-1-1,0 0 1,0-1-1,0 0 1,1 0-1,-1-1 1,-13-4-1,23 6-67,1 0 0,0-1 0,-1 1 0,1 0-1,0 0 1,-1 0 0,1-1 0,0 1 0,-1 0 0,1 0 0,0-1-1,0 1 1,-1 0 0,1 0 0,0-1 0,0 1 0,0 0 0,-1-1 0,1 1-1,0 0 1,0-1 0,0 1 0,0 0 0,0-1 0,0 1 0,0-1-1,0 1 1,0 0 0,0-1 0,0 1 0,0 0 0,0-1 0,0 1-1,0-1 1,0 1 0,0 0 0,0-1 0,0 1 0,1-1 0,14-16-516,24-9-893,24 1-1556,10 4-348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8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15051,'83'9'2761,"-37"-8"1184,-22 1-5018,8 15-3472,-18-3 673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9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437 153 11763,'-11'-14'268,"8"8"56,0 0-1,-1 1 0,0 0 1,0 0-1,-1 0 0,1 0 1,-1 1-1,0 0 1,0 0-1,0 0 0,-1 0 1,1 1-1,-1 0 0,0 0 1,0 0-1,0 1 0,-10-2 1,9 3-290,1 0-1,-1 0 1,0 1 0,1 0-1,-1 1 1,0 0 0,0 0 0,1 0-1,-1 1 1,1 0 0,-1 0 0,-7 4-1,7-2-6,0 1 0,1 0-1,-1 1 1,2-1 0,-1 1 0,0 0-1,1 0 1,0 1 0,1-1-1,-6 12 1,-8 14-31,2 1-1,1 0 1,2 2 0,1-1-1,2 2 1,1-1 0,-5 51-1,10-54-44,2 0-1,1-1 1,2 1-1,1 0 1,1 0-1,2-1 1,1 1-1,17 50 1,-20-72 27,1-1 0,0 0 0,0 0 1,1-1-1,0 1 0,1-1 0,0 0 0,0-1 0,0 1 1,1-1-1,0 0 0,1-1 0,0 0 0,0 0 0,0-1 1,0 0-1,14 6 0,-13-8 21,0 0 0,0-1 0,0 0 0,0-1 0,0 0 0,1 0 0,-1-1 0,0 0 0,1-1 0,-1 0 0,0 0 0,0-1 0,0 0 0,0-1 0,0 0 0,0 0 0,0-1 0,11-7 0,1-2 9,-1-1 0,-1 0 0,0-2 1,-1 0-1,-1-1 0,-1-1 0,0 0 1,-1-1-1,-1-1 0,-1 0 0,-1-1 1,13-28-1,-12 20-6,-2-1 1,0 0-1,-2-1 0,-1 0 1,-2 0-1,-1-1 0,-1 1 1,-2-1-1,-1-33 0,-2 49-2,-1-1 0,0 1-1,-2-1 1,1 1 0,-2 0-1,0 0 1,-1 1 0,-1 0-1,-12-21 1,12 24-2,-1 2 1,0-1-1,0 1 0,-1 0 1,-1 1-1,0 0 0,0 1 1,-1 0-1,0 0 0,0 1 1,0 1-1,-22-9 0,14 8-32,0 1 0,-1 1 0,0 1 0,0 0 0,0 2 0,0 0 1,0 2-1,-1 0 0,1 1 0,0 1 0,-37 9 0,40-7-470,0 1 1,0 1-1,0 0 1,1 1 0,0 1-1,1 1 1,0 0-1,-20 16 1,-19 27-2810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29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63 139 9442,'-34'-78'4105,"27"63"-168,-11-22-1993,14 28-1792,9 16-264,16 5 24,14 12 16,37 16 8,21 20 80,41 32 8,9-2-304,34 24-904,-16-13-449,11-14-2223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46 226 8810,'-1'-22'492,"-7"-41"3885,7 58-4060,0 1 0,0 0 1,-1 0-1,1-1 0,-1 1 1,0 1-1,0-1 0,0 0 1,-1 0-1,1 1 0,-1-1 0,-5-4 1,8 8-297,0 0 1,0 0 0,0 0-1,0 0 1,0 0 0,0-1 0,0 1-1,0 0 1,0 0 0,-1 0-1,1 0 1,0 0 0,0 0-1,0-1 1,0 1 0,0 0-1,-1 0 1,1 0 0,0 0-1,0 0 1,0 0 0,0 0-1,0 0 1,-1 0 0,1 0-1,0 0 1,0 0 0,0 0-1,-1 0 1,1 0 0,0 0-1,0 0 1,0 0 0,0 0-1,-1 0 1,1 0 0,0 0-1,0 0 1,0 0 0,0 0-1,0 0 1,-1 1 0,1-1-1,0 0 1,0 0 0,0 0-1,0 0 1,0 0 0,0 0-1,-1 1 1,1-1 0,0 0-1,0 0 1,0 0 0,0 1-1,0 14 166,10 29-311,-4-19 99,17 60-179,-21-77 134,1 0 0,0 0 0,1 0-1,-1 0 1,2-1 0,-1 0 0,1 0 0,7 8 0,-9-12 29,0-1-1,1 0 1,-1 0-1,1 0 1,-1 0 0,1 0-1,0-1 1,0 0 0,0 0-1,0 0 1,0 0 0,0-1-1,0 1 1,0-1 0,0 0-1,0 0 1,0 0 0,0-1-1,0 1 1,0-1-1,0 0 1,-1-1 0,1 1-1,0 0 1,3-3 0,9-3-86,-1-1 1,0 0 0,-1-1-1,20-15 1,-21 13 81,0-1 1,0 0-1,-1-1 0,-1 0 1,0 0-1,-1-1 0,9-16 1,-15 22 184,0 1 0,0-1 0,-1 0 0,0 0 0,0 0 0,-1 0 0,0 0 0,-1-1 0,1 1 0,-2 0 0,1-1 0,-1 1 0,-1-1 0,1 1 0,-1-1 0,-3-9 0,-3 1 474,5 24-359,7 43-228,-4-45-71,6 38 111,23 79 0,-26-110-320,0-1 0,0 0-1,1-1 1,0 1 0,0-1-1,2 0 1,-1 0 0,1-1-1,0 0 1,1 0-1,0-1 1,1 0 0,12 9-1,34 9-3414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2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363 131 6329,'-27'-41'4843,"15"25"-3742,0 0 0,-1 1 0,-22-19 1,33 33-1067,0-1 1,0 1 0,0 0 0,0 1-1,-1-1 1,1 0 0,0 1-1,-1-1 1,1 1 0,-1 0-1,1-1 1,0 1 0,-1 1 0,1-1-1,-1 0 1,1 0 0,0 1-1,-1 0 1,1-1 0,0 1 0,0 0-1,-1 0 1,1 0 0,0 0-1,0 0 1,-4 4 0,-52 39-192,44-30 124,0 0 1,1 0 0,1 1-1,0 1 1,2 0-1,-1 1 1,2 0-1,-13 31 1,17-36-82,1 1 0,0 0 1,1 0-1,0 1 0,1-1 0,1 0 1,0 1-1,1-1 0,0 1 0,1-1 0,0 1 1,1-1-1,6 19 0,-7-28 19,0 1-1,1-1 0,0 1 1,0-1-1,0 0 0,0 0 1,1 0-1,0 0 1,-1-1-1,1 1 0,1-1 1,-1 0-1,0 1 1,1-1-1,0-1 0,-1 1 1,1 0-1,0-1 1,8 3-1,-5-3 4,0 0 0,-1-1 1,1 0-1,0 0 0,0-1 0,0 0 1,-1 0-1,1-1 0,0 1 0,0-2 0,-1 1 1,10-3-1,-2-1 38,-1 0 0,1-1 1,-1 0-1,0-1 0,-1-1 0,1 0 1,-2 0-1,1-1 0,-1-1 0,-1 0 0,1 0 1,11-17-1,-13 13 119,-1-1 0,-1 0 0,0 0 0,-1-1-1,-1 0 1,5-24 0,-7 30 97,-2 0 0,1 0 0,-1-1 0,-1 1 0,0 0 1,0-1-1,-1 1 0,0 0 0,-1 0 0,0-1 0,-6-14 0,-2 12 717,8 15-484,4 9-389,17 45 16,30 63 1,-38-96-39,1 0 0,1-2-1,1 1 1,1-2 0,26 30 0,-36-46-276,-1 1 1,1-1-1,0 0 1,0 0-1,0 0 1,1-1-1,-1 0 1,1 0-1,0 0 1,0-1-1,9 3 1,22-2-2220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3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 7490,'15'8'842,"-12"-6"-469,0 0 0,0-1 0,0 1 0,0-1 0,0 0-1,0 1 1,0-2 0,0 1 0,0 0 0,6 0-1,-31-7 5591,19 5-5949,0 0-1,0-1 0,0 2 0,-1-1 0,1 0 0,0 0 0,-1 1 0,-5 0 1,-6 1-24,-1 0-1,1 2 1,-1 0 0,1 0 0,0 2 0,-21 8 0,33-12-10,1 0 0,-1 0 0,1 0 0,-1 0 0,1 0 0,-1 0 0,1 1 0,0-1 0,0 1 0,0 0 0,0 0 0,0-1 0,0 1 0,0 1 0,1-1 0,-1 0 0,1 0 0,-1 0 0,1 1 0,0-1 0,0 1 0,0-1 0,0 1 0,1-1 0,-1 1 0,1 0 0,-1-1 0,1 1 0,0 0 0,0-1 0,0 1 0,0 0 0,1-1 0,-1 1 0,1 0 0,0-1 0,-1 1 0,1-1 0,0 1 0,0-1 0,3 4 1,1 4-52,1-1 0,0 0 0,0-1 0,1 0 1,0 0-1,0 0 0,1-1 0,0 0 1,12 8-1,2-3 54,0 0 1,1-2-1,28 10 1,-31-14-2,-1 2 1,0 0 0,0 1-1,0 1 1,17 13-1,-35-22 4,0 0-1,0-1 1,1 1 0,-1 0-1,0 0 1,0 0 0,0 0-1,0 0 1,-1 1-1,1-1 1,0 0 0,0 0-1,-1 1 1,1-1-1,-1 0 1,1 1 0,-1-1-1,1 0 1,-1 1 0,0-1-1,0 1 1,0-1-1,1 0 1,-1 1 0,-1-1-1,1 1 1,0-1-1,-1 3 1,0-1 3,-1 0 0,0 1-1,0-1 1,0 0 0,0 0-1,-1-1 1,1 1 0,-1 0 0,0-1-1,0 0 1,-4 3 0,-12 8-73,-1-2 1,-40 17 0,52-24-20,-1-1-61,-59 22-511,64-24 442,1 0 0,0 0 0,0-1 0,-1 1 0,1-1 0,0 0 0,-1 0 0,1-1 0,0 1 0,0 0 0,-1-1 0,1 0 0,0 0 0,0 0 0,0 0 1,0-1-1,0 1 0,-4-3 0,-8-12-2521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3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79 8314,'-4'-15'2942,"1"0"0,1 1 0,-1-20 0,16 72-3050,-2 9 21,-1-1 1,-3 2-1,-2-1 1,-1 1-1,-4 57 1,0-104 6,0-1-1,0 1 1,0 0 0,0 0 0,0-1 0,0 1-1,0 0 1,0 0 0,0-1 0,0 1-1,-1 0 1,1 0 0,0-1 0,0 1 0,-1 0-1,1-1 1,-1 1 0,1 0 0,0-1-1,-1 1 1,1 0 0,-1-1 0,1 1 0,-1-1-1,0 1 1,0 0 0,-18-11-3521,-2-10 67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3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50 13355,'-17'-34'2560,"8"18"817,21 16-4729,22 16-2713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4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 9730,'-14'5'6361,"7"-3"-5216,2-2-393,2 2 24,1-2-240,4 0-152,10 0-200,56-5-584,114 0-584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5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1 9066,'-8'1'6095,"-18"5"-5711,4 0-134,13-4-237,-101 28 610,98-26-598,0 1 0,0 0 0,1 0 0,0 1 0,0 1 0,0 0 0,-16 13 1,28-19-45,-1 0 0,0 1 0,0-1 1,1 0-1,-1 0 0,1 0 0,-1 0 1,1 0-1,-1 0 0,1 0 0,0 0 1,-1 0-1,1-1 0,0 1 1,0 0-1,-1 0 0,1-1 0,0 1 1,0 0-1,0-1 0,0 1 0,0-1 1,0 1-1,0-1 0,0 1 0,2-1 1,-1 2-1,39 21 74,77 31-1,17 7 27,-117-51-88,-1 0 0,0 1 0,-1 1 0,-1 0-1,18 18 1,-29-26 1,0 0 0,0 0-1,-1 0 1,0 0 0,0 1 0,0-1-1,0 1 1,-1 0 0,0 0-1,0 0 1,0 0 0,0 0 0,-1 0-1,0 0 1,0 1 0,0-1 0,-1 0-1,0 1 1,0-1 0,0 1-1,-1-1 1,-1 9 0,0-8-27,-1-1 0,1 0 0,-1 0 0,0 0 0,0 0 0,0 0 0,-1-1 0,0 0 0,1 1 0,-2-1 0,1-1 1,0 1-1,-1 0 0,0-1 0,1 0 0,-2 0 0,1-1 0,0 1 0,0-1 0,-9 2 0,5-1-185,0-1 1,0 0-1,-1-1 0,1 1 1,-1-2-1,1 0 0,-1 0 0,1 0 1,-1-1-1,1-1 0,0 1 1,0-2-1,0 1 0,0-1 1,0-1-1,0 1 0,0-2 1,1 1-1,0-1 0,0 0 1,0-1-1,1 0 0,0 0 0,0 0 1,-7-10-1,-17-39-2394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5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0 399 10394,'44'-34'1876,"-1"-2"0,48-52 0,-87 84-1815,0 0-1,0-1 1,0 1 0,-1-1-1,0 0 1,0 0-1,0 0 1,0 0 0,-1-1-1,0 1 1,0-1-1,0 1 1,-1-1 0,0 0-1,0 0 1,0-6-1,-3 0 92,0 0 0,-1 0-1,-1 1 1,0-1 0,-1 1-1,-10-20 1,5 10 399,0-1 569,9 19-742,2 5-108,10 53-107,12 260-76,-15-229-134,4-1 1,4 0-1,3-1 0,42 111 1,-61-195 27,0 0 0,0 0 0,0 1 1,0-1-1,0 0 0,0 0 0,0 1 0,0-1 1,0 0-1,1 0 0,-1 1 0,0-1 0,0 0 1,0 0-1,0 0 0,0 1 0,0-1 1,-1 0-1,1 0 0,0 1 0,0-1 0,0 0 1,0 0-1,0 1 0,0-1 0,0 0 0,0 0 1,0 0-1,-1 1 0,1-1 0,0 0 0,0 0 1,0 0-1,-1 1 0,1-1 0,0 0 1,0 0-1,0 0 0,-1 0 0,1 0 0,0 0 1,0 0-1,0 1 0,-1-1 0,1 0 0,-18-3-764,-28-15-1108,34 13 873,-25-9-2472,-5-4-407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6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87 165 10826,'-35'-61'1825,"21"29"1223,-1 21-3232,3 3 56,3 3 208,8 1 304,4 4-416,4 0-24,47 2-88,72-4-280,-29-10-640,8-3-2081,2-2 137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6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41 10658,'-54'26'6880,"62"-21"-6422,20 13-680,-12-5 224,0 1 0,-1 0-1,-1 1 1,0 0 0,-1 1-1,0 1 1,11 21 0,-8-2 63,-1 1 1,20 78 0,-21-65-48,-21-81 72,-4-59 0,8 64-72,0-4-11,1 0-1,1 0 1,4-49-1,-2 73-84,0-1 0,0 1-1,0-1 1,1 1 0,0-1 0,0 1-1,1 0 1,0 0 0,0 0-1,0 0 1,1 1 0,-1-1-1,1 1 1,1 0 0,-1 0 0,1 0-1,0 1 1,0-1 0,0 1-1,1 0 1,10-5 0,31-7-1372,10 4-1706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6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9522,'12'-9'6774,"5"-1"-1969,-16 11-4823,-1 0 0,1-1 0,0 1 0,0 0 0,-1 0 0,1-1 0,0 1 0,-1 0 0,1 0 0,-1 0 0,1 0 0,-1 0 0,1 0 0,-1 0 0,0 0 0,1 0 0,-1 0 0,0 0 0,0 0 0,0 0 0,0 0 0,0 0 0,0 0 0,0 1 0,7 53-397,-5-27 46,2-1 0,14 55-1,-17-79 327,0-1 0,0 1-1,-1 0 1,2 0 0,-1-1 0,0 1-1,1-1 1,-1 1 0,1-1 0,0 0-1,-1 1 1,1-1 0,0 0 0,1 0-1,-1 0 1,0 0 0,0-1 0,1 1 0,-1-1-1,1 1 1,0-1 0,4 2 0,-4-3 17,1 0 0,-1 0 1,0 0-1,0-1 1,0 1-1,0-1 1,0 1-1,0-1 1,0 0-1,0 0 1,0-1-1,0 1 0,0 0 1,-1-1-1,1 0 1,0 0-1,-1 0 1,0 0-1,1 0 1,2-4-1,10-9 115,-1 0 0,0-1 0,-1-1 0,-1-1 0,-1 1 0,0-2 0,-1 1 0,-1-2 0,-1 1 0,-1-1 0,0 0 0,-2-1 0,0 1 0,-2-1 0,3-31 0,19 98-389,-5-1 286,-1 1 0,14 58 0,-5 1-1996,-10-60-1368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7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4 8362,'55'32'7091,"-57"-41"-4105,2 8-2914,-1 0 1,0-1 0,0 1 0,1 0-1,-1 0 1,0 0 0,0 0-1,0 0 1,-1 0 0,1 0 0,0 0-1,0 0 1,0 0 0,-1 0-1,1 1 1,-2-2 0,-5 0-99,0 0-1,1 0 1,-1 1 0,0 0 0,0 1 0,0-1-1,1 1 1,-1 1 0,0 0 0,0 0 0,0 0-1,1 1 1,-1 0 0,1 1 0,-1-1-1,1 2 1,-11 5 0,9-3-46,-1 1 0,1 0-1,1 0 1,-1 1 0,1 0-1,1 1 1,0 0 0,0 0 0,0 0-1,1 1 1,-9 20 0,9-18-29,1-1-1,1 1 1,0 0-1,1 0 1,0 0 0,0 1-1,0 13 1,3-21 29,0-1-1,1 1 1,-1-1-1,1 0 1,0 1-1,0-1 1,0 0-1,0 0 1,1 1-1,0-1 1,0 0 0,0-1-1,0 1 1,0 0-1,1-1 1,0 1-1,0-1 1,0 0-1,0 1 1,0-2-1,1 1 1,-1 0-1,1-1 1,0 1 0,-1-1-1,6 2 1,93 32-3030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7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50 8346,'-15'-16'2736,"10"13"-1917,1-1 1,1 0-1,-1 0 1,1 0-1,-1 0 1,-3-7-1,30 63 2739,-13-32-3454,-1 0 1,-1 1 0,-1 0-1,0 0 1,-2 0-1,-1 1 1,3 36 0,-10 260 41,-2-227-237,3 1 0,15 127 0,-12-216-63,-1 1-1,1-1 1,-1 1 0,1-1-1,-1 1 1,0-1 0,0 1-1,-1-1 1,1 1 0,-2 4-1,1-7-14,0-1 0,0 1 0,0 0 0,0 0 0,-1-1 0,1 1 0,0-1 0,-1 1 0,1-1 0,0 0 0,-1 1 0,1-1 0,-1 0 0,1 0 0,0 0 0,-1 0 0,1 0 0,-1 0 0,1-1 0,0 1 0,-1 0 0,1-1 0,0 1 0,-3-2 0,-27-7-3624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6 104 13507,'-4'-2'6953,"3"0"-6777,1 1-272,0-1 16,52-10-136,94-15-280,-25 7-1240,8 3-2361,17-4 56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8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7634,'70'53'2911,"-59"-50"-814,-16-12 280,-9-1 2676,14 9-5013,49 207-108,-41-169 54,1 8-101,18 50-1,-24-84 30,2 0 0,-1-1 0,1 1 0,0-1 0,1-1 0,0 1 0,1-1 0,0 0 0,1 0 0,9 8 0,-15-15 53,1 0-1,-1 0 1,1 0-1,0-1 0,0 1 1,-1-1-1,1 0 1,0 1-1,0-2 1,0 1-1,0 0 0,1-1 1,-1 1-1,0-1 1,0 0-1,0 0 0,0 0 1,0 0-1,0-1 1,1 1-1,-1-1 1,0 0-1,0 1 0,0-2 1,0 1-1,-1 0 1,1-1-1,0 1 0,0-1 1,-1 0-1,1 0 1,-1 0-1,0 0 1,1 0-1,1-3 0,5-4-49,-1-1-1,-1 0 0,1 0 0,-1-1 1,-1 0-1,0 0 0,7-21 0,-5 7 138,-2 0-1,0-1 0,-2 0 0,0 0 1,-2 0-1,-1 0 0,-1-1 0,-2 1 1,0 0-1,-2 0 0,0 0 0,-2 0 1,-1 1-1,-17-40 0,19 55 365,29 42-9175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9.0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49 13403,'-8'-12'5095,"6"3"-3998,10 10-1603,13 19 792,-3-1-286,-2 1-1,0 1 1,-2 1 0,0 0 0,12 26-1,-4 8 53,-1 2 0,17 82 0,-38-139-51,-17-31 260,-31-58-141,46 84-142,1 0 0,0 0 0,0 0 0,0 0 0,0 0 0,1 0 0,-1 0 0,1 0 0,0 0 0,0 0 0,1 0 0,-1 0 1,1 0-1,0-1 0,0 2 0,0-1 0,1 0 0,-1 0 0,1 0 0,0 1 0,0-1 0,4-4 0,6-10-408,1 0 0,27-29 0,-16 23-402,0 1 1,1 2-1,36-24 1,17-1-2613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9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7 397 8058,'-7'14'6341,"26"-15"-5434,-17 1-966,15-2 8,-1 0-1,0-1 1,-1-1-1,1 0 1,-1-1 0,1-1-1,-2 0 1,1-1-1,-1-1 1,0 0-1,19-16 1,-25 18 5,-1-1 0,-1-1 0,1 1 0,-1-1 0,-1 0 0,0 0 0,0-1 1,0 0-1,-1 0 0,0 0 0,-1 0 0,0 0 0,0-1 0,1-15 0,-3 16 58,0 0 0,0 1 0,-1-1 1,0 1-1,-1-1 0,0 1 0,0-1 0,-1 1 0,0-1 0,-1 1 0,0 0 0,0 0 1,0 0-1,-1 0 0,0 1 0,-9-13 0,11 17-7,0 1 0,-1-1 0,1 0 0,0 1 0,-1-1-1,0 1 1,1 0 0,-1 0 0,0 0 0,0 0 0,0 0 0,0 1 0,-1-1 0,1 1-1,0 0 1,-1 0 0,1 0 0,0 1 0,-1-1 0,1 1 0,-1 0 0,1-1 0,-1 2 0,1-1-1,-1 0 1,1 1 0,-1-1 0,1 1 0,-1 0 0,1 0 0,0 1 0,0-1 0,0 1 0,-1-1-1,2 1 1,-7 4 0,1 1-18,0 0-1,0 0 1,1 1-1,0 0 1,0 0 0,1 1-1,0 0 1,0 0-1,1 0 1,-6 17-1,4-8 24,1 0-1,1 0 0,1 1 0,0 0 1,2-1-1,0 1 0,1 0 0,2 31 0,0-42-23,0 0 0,1 0 0,-1 0 0,1-1 0,1 1 0,-1-1 0,1 1 0,1-1 0,-1 0 0,1 0 0,1-1 0,-1 1-1,1-1 1,0 0 0,1 0 0,-1 0 0,1-1 0,0 0 0,0 0 0,1-1 0,0 1 0,-1-2 0,11 6 0,-2-4-191,-1 0 0,1-1 0,28 5-1,72 0-2241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39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1068 7498,'69'-22'2940,"-69"22"-2843,1 0 0,-1 0 0,1-1 1,-1 1-1,1 0 0,-1-1 0,0 1 0,1 0 0,-1-1 0,1 1 0,-1-1 0,0 1 0,1-1 0,-1 1 0,0-1 0,1 1 0,-1-1 1,0 1-1,0-1 0,0 1 0,1-1 0,-1 1 0,0-1 0,0 1 0,0-1 0,0 0 0,0 1 0,0-1 0,0 1 0,0-1 1,0 1-1,0-1 0,-1 0 0,1 1 0,0-1 0,0 1 0,0-1 0,-1 1 0,1-1 0,0 1 0,-1-1 0,-16-21 1022,14 19-767,-8-10 16,-1 0-1,-1 1 1,0 1 0,-1 0 0,0 1-1,0 1 1,-1 0 0,-20-9-1,30 16-371,-1-1-1,0 1 0,0 0 1,1 0-1,-1 1 0,0 0 1,-1 0-1,1 0 0,0 1 1,0-1-1,0 2 0,0-1 1,0 1-1,0 0 0,0 0 1,0 0-1,0 1 0,0 0 1,0 0-1,0 1 0,1-1 1,0 1-1,-1 0 0,1 1 1,0-1-1,-8 9 0,0 4-31,1 0 1,0 1-1,2 0 0,0 1 0,0 0 0,2 0 0,1 1 0,0 0 0,1 0 0,1 1 0,1 0 0,1 0 0,0 0 0,2 0 0,0 0 1,1 0-1,5 30 0,-5-46 14,1 0-1,0 0 1,0 0 0,0-1 0,0 1 0,1 0 0,0-1 0,0 1 0,0-1 0,0 1 0,3 2 0,-4-5 3,1 1 0,-1-1 0,1 0 0,-1-1 0,1 1 1,-1 0-1,1 0 0,0-1 0,0 1 0,-1-1 0,1 1 1,0-1-1,0 0 0,0 0 0,-1 1 0,1-1 0,0-1 1,0 1-1,0 0 0,-1 0 0,1-1 0,0 1 0,0-1 1,-1 1-1,1-1 0,2-1 0,10-5-141,0 0 0,0-2-1,-1 1 1,0-2 0,0 0-1,-1 0 1,0-1 0,-1 0-1,12-17 1,0-2-156,-1 0-1,32-62 1,-39 58 362,0 0 1,-2-1-1,-2 0 1,-1-1 0,9-69-1,-11 19 833,-4-120-1,-5 166-692,-2 0 1,-2 1-1,-1-1 0,-2 1 0,-2 1 1,-2 0-1,-1 0 0,-2 1 0,-1 1 1,-2 0-1,-23-33 0,40 68-188,1 0 1,0 0-1,-1 0 0,1 1 1,-1-1-1,1 0 1,-1 0-1,1 1 0,-1-1 1,0 0-1,1 1 0,-1-1 1,0 0-1,1 1 0,-1-1 1,0 1-1,0-1 0,0 1 1,1 0-1,-1-1 0,0 1 1,0 0-1,0 0 0,0 0 1,-1-1-1,1 2-4,1-1 1,-1 1-1,0 0 1,0 0-1,1-1 1,-1 1-1,1 0 1,-1 0-1,0 0 1,1-1 0,-1 1-1,1 0 1,0 0-1,-1 0 1,1 0-1,0 0 1,0 0-1,0 0 1,-1 1-1,-4 66-186,5-58 188,3 100-9,4-1 0,5 1 0,5-2 1,52 180-1,-55-235 24,3 0 1,3-2-1,1 0 1,3-1-1,1-1 1,3-2-1,39 51 1,33 13 13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47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1 10554,'-47'40'5294,"23"-18"-5159,0 1 0,-23 31 0,24-24-136,-13 17 21,-51 50 0,75-85-13,-1-1-1,0 0 1,0-1 0,-1 0 0,-1-1-1,0-1 1,0 0 0,-31 11 0,99 5-281,-31-15 303,0-1 0,1-1 0,0-1 0,0-1-1,0-1 1,32 1 0,83-15 126,11 1-1149,-129 9-191,-1 1-1,37 8 0,-7 5-1921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48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58 121 8594,'-3'-8'658,"-1"0"0,0 0 0,0 1 1,-9-11-1,10 13-341,-1 0 1,1 0-1,0 0 1,0 0 0,1-1-1,-1 1 1,1-1-1,1 1 1,-1-1-1,-1-9 1,6 12 908,6 8-731,6 7 110,-5-6 1653,-7 1-1850,-1 2-531,16 98 63,-5 0 0,-1 138 0,0 233-1996,-8-340-1248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48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65 14667,'-12'-4'3425,"7"-12"1136,10 4-4337,8 3-256,3 2-656,11-10-3953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49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50 136 7770,'-13'-15'6057,"-5"-2"-1475,12 22-3911,2 17-998,-5 94 330,11 184 0,3-253-27,1 0 0,21 72 1,-20-93-32,2-1 1,1 0 0,2 0 0,0-1 0,24 37 0,-31-56 18,-1 1 0,1-1 0,0 0 0,0 0 0,0-1 0,0 1 0,1-1 1,0-1-1,0 1 0,0-1 0,0 0 0,0 0 0,1 0 0,0-1 0,-1 0 0,1-1 1,0 1-1,0-1 0,0-1 0,0 1 0,9-1 0,-6-1-35,0 0 1,0-1-1,0 0 0,0 0 1,0-1-1,-1 0 0,1-1 1,-1 0-1,0-1 0,0 0 1,0 0-1,0-1 0,12-10 1,5-11-109,0 0 0,-2-1 1,-2-2-1,28-45 0,-22 27 85,-2-2 0,27-71 1,-35 69 404,-2 0-1,-2-2 1,-2 0 0,-3 0 0,-2-1 0,-1-87 0,-6 132-151,-4-37 912,4 46-1026,0-1 0,0 1 1,-1 0-1,1 0 0,0-1 0,-1 1 0,1 0 0,-1 0 0,1 0 1,-1 0-1,1 0 0,-1 0 0,0 0 0,0 0 0,1 0 0,-1 0 0,0 0 1,0 0-1,0 0 0,0 0 0,0 1 0,0-1 0,0 0 0,-1 1 0,1-1 1,0 1-1,0-1 0,-2 1 0,2 0-32,0 1 1,0 0-1,1-1 0,-1 1 1,0 0-1,0 0 1,1 0-1,-1 0 0,0 0 1,1 0-1,-1 0 1,1 0-1,-1 0 0,1 0 1,0 0-1,-1 0 0,1 0 1,0 0-1,0 0 1,0 0-1,0 0 0,0 0 1,0 0-1,0 1 0,0-1 1,0 0-1,0 0 1,1 2-1,4 42 6,-5-43-6,22 102-6,53 161 0,-56-204-11,64 206-762,-79-253 233,0-1 1,1 0-1,1 0 1,0 0-1,1-1 1,0 0-1,1 0 1,0 0 0,20 19-1,-25-28 26,1 0 0,-1-1 0,1 1 0,0-1 0,0 0-1,0-1 1,6 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0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13 12123,'2'-12'3396,"-12"13"-554,7 0-2352,13 43 503,1 16-1092,-2 1 0,0 66 0,-8 124 117,-1-230-29,-1 10-19,0 16 71,1-47-41,0 0 1,0 0-1,0-1 0,0 1 0,0 0 1,0 0-1,0 0 0,0 0 1,0 0-1,0 0 0,0 0 0,1 0 1,-1 0-1,0 0 0,0 0 0,0 0 1,0 0-1,0 0 0,0-1 1,0 1-1,0 0 0,0 0 0,1 0 1,-1 0-1,0 0 0,0 0 0,0 0 1,0 0-1,0 0 0,0 0 0,0 0 1,0 0-1,1 0 0,-1 1 1,0-1-1,0 0 0,0 0 0,0 0 1,0 0-1,0 0 0,0 0 0,0 0 1,0 0-1,0 0 0,0 0 1,1 0-1,-1 0 0,0 0 0,0 0 1,0 0-1,0 1 0,0-1 0,0 0 1,10-29-22,-2-12-29,-1-1 0,-2 1 0,0-51 0,-2 30 126,-4 60-68,1 0 0,0 0 1,0-1-1,0 1 0,1 0 1,-1 0-1,0 0 0,1 0 1,-1 0-1,1 0 0,0 0 1,-1 0-1,1 1 0,0-1 0,0 0 1,0 0-1,1 1 0,-1-1 1,0 0-1,1 1 0,-1-1 1,1 1-1,-1 0 0,1 0 1,0-1-1,-1 1 0,1 0 0,3-1 1,1 1-9,0 1 1,0 0-1,0 0 1,0 0-1,0 0 1,0 1-1,0 0 1,7 2-1,2 0-38,27 7 11,0 2 1,0 1 0,69 34-1,-107-45 8,-1 0-1,1 0 1,-1 1-1,0-1 1,0 1 0,0 0-1,-1 0 1,1 0-1,0 0 1,-1 0-1,0 1 1,0-1-1,0 1 1,0-1 0,-1 1-1,1 0 1,-1-1-1,1 7 1,2 7-377,-2 0 0,0 0 0,0 18-1,-1-7-549,3 45-2527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75 7522,'75'-73'10762,"-75"73"-10645,-14-2 1069,-25 8-1858,33-4 712,-4 1-136,0 0 1,0 1-1,0 0 1,-14 10-1,21-12 52,0 0 1,0 0 0,1 0-1,-1 1 1,0-1-1,1 1 1,0 0 0,0-1-1,0 1 1,0 0-1,0 0 1,1 1-1,-1-1 1,1 0 0,0 0-1,0 1 1,0-1-1,0 1 1,0-1 0,1 6-1,0 6 34,1 0-1,0 0 0,1 0 1,1 0-1,1-1 1,0 1-1,0-1 1,2 0-1,0 0 1,0-1-1,1 1 0,1-1 1,0-1-1,1 0 1,14 16-1,-4-8 25,2 0 0,0-1 0,1-1 0,1-1 0,0-1 0,1-1 0,31 14 0,-37-17 3,-35-10-28,-11-1-85,-88 15-1892,39 0-1135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1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8082,'3'-11'912,"0"1"1,0-1 0,-1 0-1,0 1 1,-1-1 0,0 0-1,-1 0 1,-1 0-1,1 0 1,-2 0 0,-2-12-1,4 16 1633,7 14-2203,17 27-639,-3 2 289,-3 0 0,0 2 0,-3 0 0,-1 0 0,-2 1 0,11 63 0,-8 25 73,-4 230 0,5 49 113,-13-359-224,-3-47 39,0 0-1,0-1 1,0 1-1,0 0 1,0 0-1,0 0 1,0 0-1,0 0 0,0 0 1,-1 0-1,1 0 1,0 0-1,0 0 1,0 0-1,0 0 1,0 0-1,0 0 1,0-1-1,0 1 1,0 0-1,-1 0 1,1 0-1,0 0 1,0 0-1,0 0 1,0 0-1,0 0 1,0 0-1,0 0 0,0 0 1,-1 1-1,1-1 1,0 0-1,0 0 1,0 0-1,0 0 1,0 0-1,0 0 1,0 0-1,0 0 1,0 0-1,-1 0 1,1 0-1,0 0 1,0 0-1,0 0 1,0 0-1,0 1 1,0-1-1,0 0 0,0 0 1,0 0-1,0 0 1,0 0-1,0 0 1,0 0-1,0 0 1,0 1-1,0-1 1,0 0-1,0 0 1,0 0-1,0 0 1,0 0-1,0 0 1,-11-21-930,7 10 187,1 0 1,0 1-1,1-1 0,0-1 0,0-17 0,-1-7-1271,-10-58-2909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1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56 9274,'-22'56'4281,"24"-69"-360,15-3-1585,25 3-2360,36-4-64,12 3 120,16-9-168,-6 12-368,17 6-376,-37 21-1153,-4-18-1943,-14 7 103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53 10714,'-41'-14'4568,"27"12"-3811,10 5 810,20 37-1489,-2 2 0,10 46 0,-19-68-58,15 59 88,-5 1 1,8 102-1,-30-189 489,-3-25-204,6-10-376,2 0-1,2-1 1,2 1 0,2 0 0,2 0-1,18-70 1,-20 102-150,0 1 0,1-1 0,0 1 0,0 1 0,1-1 0,0 1 0,1 0 0,0 0 0,0 0 0,1 1 0,0 1 0,0-1 0,0 1 0,1 0 0,15-7 0,-16 9-273,0-1-1,-1 1 1,2 1 0,-1 0 0,0 0 0,0 0 0,1 1 0,0 0 0,-1 1 0,1 0-1,15 0 1,-14 1-49,68-3-3394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2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0 11618,'-1'12'764,"1"-11"-642,1-1 1,-1 1-1,0-1 1,0 1-1,0-1 1,0 1-1,0-1 1,0 1-1,0 0 1,0-1 0,0 1-1,0-1 1,0 1-1,0-1 1,0 1-1,0-1 1,0 1-1,0-1 1,-1 1-1,1-1 1,0 1-1,0-1 1,-1 1-1,1-1 1,0 1 0,-1-1-1,1 0 1,0 1-1,-1-1 1,1 0-1,-1 1 1,1-1-1,-1 0 1,1 1-1,0-1 1,-1 0-1,1 0 1,-1 1-1,1-1 1,-1 0 0,0 0-1,1 0 1,-1 0-1,1 0 1,-1 0-1,1 0 1,-1 0-1,1 0 1,-1 0-1,1 0 1,-1 0-1,1 0 1,-1 0 0,1-1-1,-1 1 1,1 0-1,-1 0 1,1-1-1,-1 1 1,0-1-1,21 40 1102,-13-21-1185,-1-5-123,0 1 1,-2 0-1,1 0 0,-2 0 1,0 0-1,-1 0 0,1 21 1,-3-16-167,-1 34-487,1-51 677,0 0 0,0 0 0,0 0 1,1 0-1,-1 0 0,1 0 0,-1 0 0,1 0 0,-1 0 0,1 0 0,0 0 0,0-1 0,0 1 1,0 0-1,0-1 0,1 1 0,-1 0 0,0-1 0,3 2 0,0-2 48,-1-1-1,1 0 1,0-1-1,0 1 1,-1 0 0,1-1-1,0 0 1,-1 0-1,1 0 1,-1 0-1,1-1 1,-1 1-1,1-1 1,-1 0 0,0 0-1,5-4 1,3-1 41,11-6 48,0-1 1,-1-2 0,24-21 0,-36 29 119,0 0-1,-1-1 0,0 0 1,-1 0-1,0-1 0,0 1 1,-1-2-1,0 1 0,7-18 1,-12 18 235,0 8-683,6 11-55,-4-4 293,15 20-167,-8-12 21,-1 0 0,-1 1 0,1 0 0,-2 1 0,0-1 0,-1 1 0,-1 1 0,5 20 0,-8-31 19,0 5-551,1 0 0,0 0-1,1-1 1,0 1 0,0-1-1,1 0 1,6 9 0,22 8-3294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2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274 100 11114,'-42'-29'6782,"-49"-28"-6920,87 55 127,1 0 0,0 1 0,-1-1 0,1 1 0,-1-1-1,0 1 1,1 0 0,-1 1 0,0-1 0,0 1 0,1-1-1,-1 1 1,0 0 0,0 0 0,0 1 0,1-1-1,-1 1 1,0 0 0,0 0 0,1 0 0,-1 1 0,1-1-1,-1 1 1,1 0 0,0 0 0,0 0 0,-1 0 0,1 0-1,1 1 1,-1-1 0,0 1 0,1 0 0,-1 0-1,1 0 1,0 0 0,-4 7 0,4-5-4,0 1 1,-1-1 0,2 1-1,-1 0 1,1 0-1,0 0 1,0-1-1,0 1 1,1 0-1,0 0 1,0 0-1,1 0 1,0 0-1,0 0 1,0 0-1,0 0 1,1 0-1,0-1 1,0 1-1,1-1 1,3 6-1,0-3-197,1-1 0,0 0 0,1-1 0,0 0 0,0 0 0,0-1 0,0 1 0,1-2 0,0 1 0,0-2 0,0 1 0,0-1 0,1 0 0,-1-1 0,1 0 0,14 1 0,102 7-2417,-122-10 2566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3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55 10090,'-7'-17'2541,"5"13"-1488,0 1-1,1-1 1,-1 0 0,1 0 0,0 0 0,0 0 0,0-6 0,1 12-1032,0 1 0,1-1 1,-1 0-1,1 1 0,-1-1 0,1 0 1,0 1-1,0-1 0,0 0 0,3 4 0,11 24-51,7 34 56,-3 0 0,-3 1 0,13 104 1,1 219 191,0-4-819,-38-400-4004,-7-28 1099,-6-31-1200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3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65 6657,'-11'-5'4385,"6"-7"-928,29 12-800,12-10-2353,8-2-336,22 4-24,11-1-32,11 2-768,-1 6-361,15 4-2263,-12 1-113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4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19 7786,'-11'-19'12108,"23"56"-12539,12 30 474,24 111 1,-43-150-38,-2-7-98,0-1 0,1 0 0,1 0 0,1 0 0,1-1 0,1 0 0,18 34 0,-25-51 70,0-1 1,1 1-1,-1 0 0,0-1 0,1 1 1,-1-1-1,1 1 0,-1-1 1,1 0-1,0 1 0,-1-1 1,1 0-1,0 0 0,0 0 0,0-1 1,0 1-1,0 0 0,0-1 1,0 1-1,0-1 0,0 0 0,0 1 1,1-1-1,-1 0 0,0 0 1,0-1-1,0 1 0,0 0 0,0-1 1,0 1-1,0-1 0,0 0 1,0 1-1,0-1 0,0 0 0,0 0 1,-1 0-1,1-1 0,0 1 1,0 0-1,-1-1 0,1 1 0,-1-1 1,2-2-1,5-5 33,0 0 0,0-1 0,-1 0 0,-1 0 0,0-1 0,5-12 0,0 0 61,-1-1 1,-2 0-1,0-1 1,-1 1-1,-2-2 1,-1 1-1,0 0 1,-2-1-1,-1 0 0,-1 1 1,-4-30-1,1 47 158,4 22-781,-1-10 205,1 0-1,0 0 0,1 0 1,-1 0-1,1 0 0,-1 0 1,1 0-1,0-1 0,1 1 1,-1-1-1,4 4 0,18 10-3129,-22-17 3210,0 0 0,-1 0 1,1 0-1,0-1 1,0 1-1,0 0 1,-1 0-1,1-1 0,0 0 1,-1 1-1,1-1 1,0 0-1,1 0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4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11578,'58'-30'2960,"-51"24"-1131,5 1 517,0 18-2135,4 6-255,-1-2 38,-1 1 0,-1 1 1,0 0-1,-1 1 0,-2 0 0,0 1 1,0 0-1,7 28 0,-10-19 21,-1 1-1,-1 0 1,-1 0-1,-2 0 1,-1 0-1,-2 0 1,-4 33-1,5-64-10,0 1 0,0-1 0,0 0 0,0 0 0,0 0 0,0 1 0,0-1 0,1 0-1,-1 0 1,0 0 0,0 1 0,0-1 0,0 0 0,0 0 0,0 1 0,0-1 0,0 0 0,0 0 0,-1 0 0,1 1 0,0-1 0,0 0 0,0 0 0,0 0-1,0 1 1,0-1 0,0 0 0,0 0 0,-1 0 0,1 0 0,0 1 0,0-1 0,0 0 0,0 0 0,0 0 0,-1 0 0,1 0 0,0 0 0,0 1 0,0-1-1,-1 0 1,1 0 0,0 0 0,0 0 0,0 0 0,-1 0 0,1 0 0,0 0 0,0 0 0,-1 0 0,1 0 0,0 0 0,0 0 0,0 0 0,-1 0 0,1 0-1,0 0 1,0 0 0,0-1 0,-1 1 0,1 0 0,-10-18 154,-9-39-4,4-4-156,-9-72 0,21 114-14,1-1-1,1 1 1,1 0-1,0 0 1,1-1-1,2 1 1,7-31-1,0 34-62,-4 10 1,8-12-137,-9 11 19,0 0 0,1 0 0,0 0-1,0 1 1,0-1 0,1 2 0,0-1 0,12-6-1,-11 8-361,1 0 1,0 1-1,0 1 0,0-1 0,12-1 0,44 1-3055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4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27 175 7386,'1'1'109,"0"1"1,0-1 0,0 0-1,-1 1 1,1-1 0,-1 1 0,1-1-1,-1 1 1,0-1 0,0 1-1,0-1 1,1 1 0,-1 0 0,-1-1-1,1 1 1,0-1 0,0 1-1,0-1 1,-1 1 0,1-1 0,-1 1-1,-1 2 1,0-4 26,1 0 0,-1 0 0,0-1 1,0 1-1,0 0 0,1-1 0,-1 1 0,0-1 1,0 1-1,1-1 0,-1 0 0,0 0 0,1 0 1,-1 0-1,0-4 1474,12 3-1245,21 0-630,-24 2 402,0 0-124,14-1-3,0 0 1,0-2-1,32-8 0,-50 11 21,1-1-1,0 0 1,0 0 0,0 0-1,0-1 1,-1 0-1,1 1 1,0-1 0,-1 0-1,0-1 1,1 1-1,-1-1 1,0 1 0,0-1-1,-1 0 1,1 0-1,-1 0 1,1-1-1,-1 1 1,0 0 0,0-1-1,0 0 1,-1 1-1,1-1 1,-1 0 0,0 0-1,1-7 1,-2 6 51,-1 0 1,-1 1-1,1-1 0,-1 0 1,0 0-1,0 0 1,0 1-1,0-1 0,-1 1 1,0 0-1,0 0 1,0 0-1,-1 0 0,1 0 1,-1 1-1,0-1 1,0 1-1,-6-3 0,8 4-67,-1 0 0,0 0 0,0 0 0,0 1 0,-1-1 0,1 1-1,0 0 1,0 0 0,-1 0 0,1 1 0,-1-1 0,-5 1 0,7 0-24,0 0 1,1 1 0,-1-1 0,0 1 0,0-1-1,0 1 1,0 0 0,0 0 0,1 0-1,-1 0 1,0 0 0,1 0 0,-1 0 0,0 0-1,1 1 1,0-1 0,-1 1 0,1-1 0,0 1-1,0-1 1,0 1 0,0 0 0,-1 2-1,-3 7-29,1 0-1,0 1 0,0-1 0,1 1 0,1 0 1,0 0-1,1 0 0,0 1 0,2 20 1,1-9 18,1 0 1,0 0 0,14 43 0,-13-54-63,1 1 0,0-2 0,1 1 0,0-1 0,1 0 0,0 0 0,1 0 0,0-1 0,0 0 0,2-1 0,-1 0 0,1-1 0,1 0 0,0 0 0,0-1 0,0 0 0,1-1 0,0-1 0,1 1 0,-1-2 0,1 0-1,1-1 1,-1 0 0,0-1 0,1 0 0,0-1 0,-1-1 0,26 0 0,-26-1-394,0-2 0,-1 1 1,1-2-1,-1 0 0,22-7 0,-17 2-319,-1-1 0,0 0 0,18-14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28:55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273 824 8874,'-1'-3'896,"-11"-21"9567,7 19-9416,-29-19-1021,-25-5-42,56 29 7,0-1 1,0 1 0,0-1-1,0 1 1,-1 0-1,1 0 1,0 1-1,0-1 1,0 1 0,0-1-1,0 1 1,0 0-1,0 0 1,0 0-1,1 1 1,-1-1 0,0 0-1,-2 3 1,-37 33-168,40-35 168,-5 5-13,1 1 1,0 0-1,1 1 0,0-1 1,0 1-1,1 0 0,0 0 1,1 1-1,0-1 1,0 1-1,1-1 0,0 1 1,0 19-1,1-21 19,1 0 1,0 0-1,0 0 0,1 0 1,0 0-1,0 0 0,1 0 1,0 0-1,1 0 0,0-1 1,0 1-1,0-1 0,1 0 1,0 0-1,1 0 0,-1 0 1,7 6-1,-7-10-18,-1-1 0,1 1 0,-1-1 0,1 0 0,0 0 0,0 0 0,0-1 0,0 1 0,0-1 0,0 0 0,0 0 0,0 0 0,1-1 0,-1 0 0,8 0 0,-9 0-9,0 0 1,0 0 0,0 0 0,0-1 0,0 1 0,0-1-1,0 0 1,0 0 0,-1 0 0,1 0 0,0 0 0,-1-1-1,1 1 1,0-1 0,-1 1 0,0-1 0,0 0 0,1 0-1,-1 0 1,0-1 0,2-2 0,-4 3-8,1-1 0,0 0 0,-1 0 0,1 0 1,-1 0-1,0 0 0,0 0 0,0 0 0,0 0 0,-1 0 0,1 0 0,-1 0 1,0 1-1,0-1 0,-1-4 0,0 4-6,1 0 1,0-1-1,0 1 1,0-1-1,0 1 0,1-1 1,-1 1-1,1-1 1,0 1-1,0-1 0,0 1 1,1-1-1,-1 1 1,1-1-1,0 1 1,0 0-1,0-1 0,0 1 1,2-4-1,5-3-68,1 0 0,0 1-1,13-11 1,16-16-157,39-62-308,-50 69 435,1 1 0,31-25 0,-31 31 69,-11 9 25,-1 0 0,0-2 0,22-25 0,-30 27 53,0 0-1,0-1 1,-2 0-1,0-1 1,0 1-1,-1-1 1,-1 0-1,4-26 0,-4 12 139,-2-1 0,0 1-1,-4-47 1,1 66-59,0 0 0,-1 0 0,0 1 1,-1-1-1,0 1 0,0-1 1,-1 1-1,0 0 0,0 0 0,-1 1 1,-1-1-1,1 1 0,-1 0 1,-12-11-1,9 11 0,-1-1 0,-1 2-1,0-1 1,0 2 0,0-1 0,-1 1 0,1 1 0,-1 0 0,-1 1 0,-19-4 0,16 4-54,1 0 1,-1 1 0,0 1-1,0 1 1,1 0 0,-1 1-1,-24 4 1,36-4-41,1 1 1,0 0-1,0 1 0,0-1 0,0 1 0,0-1 1,0 1-1,0 0 0,1 0 0,-1 0 0,1 0 1,-1 1-1,1-1 0,0 1 0,0-1 0,0 1 1,0 0-1,0 0 0,1 0 0,-1 0 0,1 0 1,0 0-1,0 0 0,0 0 0,0 1 0,1-1 1,-1 0-1,1 6 0,-1 9-10,1 1 1,0-1-1,2 0 1,3 18-1,-4-27 21,8 38 31,1-1 0,3 0 0,2-1 0,1-1 0,3 0 0,1-2-1,40 62 1,-27-54-96,2-2-1,2-1 1,2-2-1,2-2 1,70 57-1,-5-24-1250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4T06:46:45.43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537 49 2705,'-16'-13'4397,"11"8"-3694,0 1 0,-1 0 1,1 0-1,-1 1 1,1 0-1,-1-1 1,0 2-1,-9-4 1,11 6-667,0 0 1,0 0 0,0 0-1,0 0 1,0 0 0,0 1-1,0-1 1,1 1 0,-1 0-1,0 1 1,0-1 0,0 1-1,1-1 1,-1 1 0,1 0-1,-1 1 1,1-1 0,-5 4-1,-18 16-31,0 1-1,1 1 0,2 1 0,-38 52 0,17-12 36,-41 82 0,73-125-25,0-3 25,2 0 0,0 1 0,2 0 0,0 1 0,1 0-1,1 0 1,-5 31 0,8 24 331,11 136 0,-2-131-76,-5-69-242,0-1 0,1 1 0,0 0 0,1-1 0,0 0 0,1 1 0,0-1-1,1-1 1,0 1 0,1-1 0,0 0 0,0 0 0,1 0 0,1-1 0,-1 0 0,2-1-1,-1 0 1,1 0 0,0 0 0,1-1 0,16 9 0,-12-10 66,-5-1 46,0-1 0,0 0 0,0 0 0,0-1 1,1-1-1,0 1 0,-1-2 0,1 1 0,12-1 1,-9-1-22,-1-1-1,1-1 1,-1 0 0,0 0 0,0-1 0,0-1 0,0 0 0,11-6 0,-15 6-25,-1 1 1,1-2-1,-1 1 1,0-1-1,-1 0 1,1-1-1,-1 1 0,0-1 1,0-1-1,-1 1 1,0-1-1,9-14 1,14-53 101,-15 35-215,-5 11 87,-1 0-1,-1-1 1,4-56 0,-9 81-65,-1-4 22,0 0 0,-1 0 0,1 0 0,-2 0-1,1 0 1,-1 0 0,0 0 0,-5-8 0,-30-64 529,27 60-536,7 16-45,0-1 0,0 1 1,-1 0-1,0 1 1,1-1-1,-1 1 1,-1-1-1,1 1 1,0 1-1,-1-1 0,1 0 1,-8-2-1,0 0-4,0 0 1,-1 1-1,-22-5 0,22 8 4,0 1-1,0 0 1,0 1-1,0 0 1,0 1 0,1 0-1,-1 1 1,0 1-1,1 0 1,-14 6-1,-30 9-5,41-13 16,1 1-1,0 0 0,0 1 1,0 0-1,-17 15 0,-7 4 30,30-21-408,-6 5 1195,8-47-11411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815CC-2DE8-4852-BAB0-75863B89C08B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8A4FF-04A4-4D3B-9518-F18AB3243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1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08F42-3FA2-479B-A722-471483B457C1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A7624-FCF2-43A4-A015-23A04E23C3A0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39A64-3CFF-4772-839F-EC431A5EA7A3}" type="datetime1">
              <a:rPr lang="en-US" smtClean="0"/>
              <a:t>10/8/2023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64A81-59AC-4E63-A7FD-8E6FE692AA4B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E194A-ECE5-4BC4-8FEE-18BD0CC3C50E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55"/>
              </a:spcBef>
            </a:pPr>
            <a:fld id="{81D60167-4931-47E6-BA6A-407CBD079E47}" type="slidenum">
              <a:rPr lang="en-US" smtClean="0"/>
              <a:pPr marL="38100">
                <a:spcBef>
                  <a:spcPts val="55"/>
                </a:spcBef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99426"/>
            <a:ext cx="9144000" cy="11048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19175"/>
            <a:ext cx="9144000" cy="47625"/>
          </a:xfrm>
          <a:custGeom>
            <a:avLst/>
            <a:gdLst/>
            <a:ahLst/>
            <a:cxnLst/>
            <a:rect l="l" t="t" r="r" b="b"/>
            <a:pathLst>
              <a:path w="9144000" h="47625">
                <a:moveTo>
                  <a:pt x="9144000" y="0"/>
                </a:moveTo>
                <a:lnTo>
                  <a:pt x="0" y="0"/>
                </a:lnTo>
                <a:lnTo>
                  <a:pt x="0" y="47625"/>
                </a:lnTo>
                <a:lnTo>
                  <a:pt x="9144000" y="47625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019175"/>
          </a:xfrm>
          <a:custGeom>
            <a:avLst/>
            <a:gdLst/>
            <a:ahLst/>
            <a:cxnLst/>
            <a:rect l="l" t="t" r="r" b="b"/>
            <a:pathLst>
              <a:path w="9144000" h="1019175">
                <a:moveTo>
                  <a:pt x="9144000" y="0"/>
                </a:moveTo>
                <a:lnTo>
                  <a:pt x="0" y="0"/>
                </a:lnTo>
                <a:lnTo>
                  <a:pt x="0" y="1019175"/>
                </a:lnTo>
                <a:lnTo>
                  <a:pt x="9144000" y="101917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8530" y="1716064"/>
            <a:ext cx="3696970" cy="544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2117695"/>
            <a:ext cx="7790180" cy="4448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4672" y="6713609"/>
            <a:ext cx="523875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3</a:t>
            </a:r>
            <a:r>
              <a:rPr spc="25" dirty="0"/>
              <a:t>/</a:t>
            </a:r>
            <a:r>
              <a:rPr spc="-5" dirty="0"/>
              <a:t>30</a:t>
            </a:r>
            <a:r>
              <a:rPr spc="25" dirty="0"/>
              <a:t>/</a:t>
            </a:r>
            <a:r>
              <a:rPr spc="-5" dirty="0"/>
              <a:t>202</a:t>
            </a: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9A44A-8308-432D-A126-3ABA155D7F22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9638" y="6535809"/>
            <a:ext cx="365822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defRPr>
            </a:lvl1pPr>
          </a:lstStyle>
          <a:p>
            <a:pPr marL="38100">
              <a:spcBef>
                <a:spcPts val="55"/>
              </a:spcBef>
            </a:pPr>
            <a:fld id="{81D60167-4931-47E6-BA6A-407CBD079E47}" type="slidenum">
              <a:rPr lang="en-US" smtClean="0"/>
              <a:pPr marL="38100">
                <a:spcBef>
                  <a:spcPts val="55"/>
                </a:spcBef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.png"/><Relationship Id="rId21" Type="http://schemas.openxmlformats.org/officeDocument/2006/relationships/image" Target="../media/image14.png"/><Relationship Id="rId42" Type="http://schemas.openxmlformats.org/officeDocument/2006/relationships/customXml" Target="../ink/ink21.xml"/><Relationship Id="rId63" Type="http://schemas.openxmlformats.org/officeDocument/2006/relationships/image" Target="../media/image35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3.png"/><Relationship Id="rId170" Type="http://schemas.openxmlformats.org/officeDocument/2006/relationships/customXml" Target="../ink/ink85.xml"/><Relationship Id="rId107" Type="http://schemas.openxmlformats.org/officeDocument/2006/relationships/image" Target="../media/image57.png"/><Relationship Id="rId11" Type="http://schemas.openxmlformats.org/officeDocument/2006/relationships/image" Target="../media/image9.png"/><Relationship Id="rId32" Type="http://schemas.openxmlformats.org/officeDocument/2006/relationships/customXml" Target="../ink/ink16.xml"/><Relationship Id="rId53" Type="http://schemas.openxmlformats.org/officeDocument/2006/relationships/image" Target="../media/image30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8.png"/><Relationship Id="rId5" Type="http://schemas.openxmlformats.org/officeDocument/2006/relationships/image" Target="../media/image6.png"/><Relationship Id="rId95" Type="http://schemas.openxmlformats.org/officeDocument/2006/relationships/image" Target="../media/image51.png"/><Relationship Id="rId160" Type="http://schemas.openxmlformats.org/officeDocument/2006/relationships/customXml" Target="../ink/ink80.xml"/><Relationship Id="rId181" Type="http://schemas.openxmlformats.org/officeDocument/2006/relationships/image" Target="../media/image94.png"/><Relationship Id="rId22" Type="http://schemas.openxmlformats.org/officeDocument/2006/relationships/customXml" Target="../ink/ink11.xml"/><Relationship Id="rId43" Type="http://schemas.openxmlformats.org/officeDocument/2006/relationships/image" Target="../media/image25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3.png"/><Relationship Id="rId85" Type="http://schemas.openxmlformats.org/officeDocument/2006/relationships/image" Target="../media/image46.png"/><Relationship Id="rId150" Type="http://schemas.openxmlformats.org/officeDocument/2006/relationships/customXml" Target="../ink/ink75.xml"/><Relationship Id="rId171" Type="http://schemas.openxmlformats.org/officeDocument/2006/relationships/image" Target="../media/image89.png"/><Relationship Id="rId12" Type="http://schemas.openxmlformats.org/officeDocument/2006/relationships/customXml" Target="../ink/ink6.xml"/><Relationship Id="rId33" Type="http://schemas.openxmlformats.org/officeDocument/2006/relationships/image" Target="../media/image20.png"/><Relationship Id="rId108" Type="http://schemas.openxmlformats.org/officeDocument/2006/relationships/customXml" Target="../ink/ink54.xml"/><Relationship Id="rId129" Type="http://schemas.openxmlformats.org/officeDocument/2006/relationships/image" Target="../media/image68.png"/><Relationship Id="rId54" Type="http://schemas.openxmlformats.org/officeDocument/2006/relationships/customXml" Target="../ink/ink27.xml"/><Relationship Id="rId75" Type="http://schemas.openxmlformats.org/officeDocument/2006/relationships/image" Target="../media/image41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4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5.png"/><Relationship Id="rId119" Type="http://schemas.openxmlformats.org/officeDocument/2006/relationships/image" Target="../media/image63.png"/><Relationship Id="rId44" Type="http://schemas.openxmlformats.org/officeDocument/2006/relationships/customXml" Target="../ink/ink22.xml"/><Relationship Id="rId65" Type="http://schemas.openxmlformats.org/officeDocument/2006/relationships/image" Target="../media/image36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9.png"/><Relationship Id="rId172" Type="http://schemas.openxmlformats.org/officeDocument/2006/relationships/customXml" Target="../ink/ink86.xml"/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39" Type="http://schemas.openxmlformats.org/officeDocument/2006/relationships/image" Target="../media/image23.png"/><Relationship Id="rId109" Type="http://schemas.openxmlformats.org/officeDocument/2006/relationships/image" Target="../media/image58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1.png"/><Relationship Id="rId76" Type="http://schemas.openxmlformats.org/officeDocument/2006/relationships/customXml" Target="../ink/ink38.xml"/><Relationship Id="rId97" Type="http://schemas.openxmlformats.org/officeDocument/2006/relationships/image" Target="../media/image52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6.png"/><Relationship Id="rId141" Type="http://schemas.openxmlformats.org/officeDocument/2006/relationships/image" Target="../media/image74.png"/><Relationship Id="rId146" Type="http://schemas.openxmlformats.org/officeDocument/2006/relationships/customXml" Target="../ink/ink73.xml"/><Relationship Id="rId167" Type="http://schemas.openxmlformats.org/officeDocument/2006/relationships/image" Target="../media/image87.png"/><Relationship Id="rId7" Type="http://schemas.openxmlformats.org/officeDocument/2006/relationships/image" Target="../media/image7.png"/><Relationship Id="rId71" Type="http://schemas.openxmlformats.org/officeDocument/2006/relationships/image" Target="../media/image39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183" Type="http://schemas.openxmlformats.org/officeDocument/2006/relationships/image" Target="../media/image95.png"/><Relationship Id="rId2" Type="http://schemas.openxmlformats.org/officeDocument/2006/relationships/customXml" Target="../ink/ink1.xml"/><Relationship Id="rId29" Type="http://schemas.openxmlformats.org/officeDocument/2006/relationships/image" Target="../media/image18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6.png"/><Relationship Id="rId66" Type="http://schemas.openxmlformats.org/officeDocument/2006/relationships/customXml" Target="../ink/ink33.xml"/><Relationship Id="rId87" Type="http://schemas.openxmlformats.org/officeDocument/2006/relationships/image" Target="../media/image47.png"/><Relationship Id="rId110" Type="http://schemas.openxmlformats.org/officeDocument/2006/relationships/customXml" Target="../ink/ink55.xml"/><Relationship Id="rId115" Type="http://schemas.openxmlformats.org/officeDocument/2006/relationships/image" Target="../media/image61.png"/><Relationship Id="rId131" Type="http://schemas.openxmlformats.org/officeDocument/2006/relationships/image" Target="../media/image69.png"/><Relationship Id="rId136" Type="http://schemas.openxmlformats.org/officeDocument/2006/relationships/customXml" Target="../ink/ink68.xml"/><Relationship Id="rId157" Type="http://schemas.openxmlformats.org/officeDocument/2006/relationships/image" Target="../media/image82.png"/><Relationship Id="rId178" Type="http://schemas.openxmlformats.org/officeDocument/2006/relationships/customXml" Target="../ink/ink89.xml"/><Relationship Id="rId61" Type="http://schemas.openxmlformats.org/officeDocument/2006/relationships/image" Target="../media/image34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90.png"/><Relationship Id="rId19" Type="http://schemas.openxmlformats.org/officeDocument/2006/relationships/image" Target="../media/image13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1.png"/><Relationship Id="rId56" Type="http://schemas.openxmlformats.org/officeDocument/2006/relationships/customXml" Target="../ink/ink28.xml"/><Relationship Id="rId77" Type="http://schemas.openxmlformats.org/officeDocument/2006/relationships/image" Target="../media/image42.png"/><Relationship Id="rId100" Type="http://schemas.openxmlformats.org/officeDocument/2006/relationships/customXml" Target="../ink/ink50.xml"/><Relationship Id="rId105" Type="http://schemas.openxmlformats.org/officeDocument/2006/relationships/image" Target="../media/image56.png"/><Relationship Id="rId126" Type="http://schemas.openxmlformats.org/officeDocument/2006/relationships/customXml" Target="../ink/ink63.xml"/><Relationship Id="rId147" Type="http://schemas.openxmlformats.org/officeDocument/2006/relationships/image" Target="../media/image77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9.png"/><Relationship Id="rId72" Type="http://schemas.openxmlformats.org/officeDocument/2006/relationships/customXml" Target="../ink/ink36.xml"/><Relationship Id="rId93" Type="http://schemas.openxmlformats.org/officeDocument/2006/relationships/image" Target="../media/image50.png"/><Relationship Id="rId98" Type="http://schemas.openxmlformats.org/officeDocument/2006/relationships/customXml" Target="../ink/ink49.xml"/><Relationship Id="rId121" Type="http://schemas.openxmlformats.org/officeDocument/2006/relationships/image" Target="../media/image64.png"/><Relationship Id="rId142" Type="http://schemas.openxmlformats.org/officeDocument/2006/relationships/customXml" Target="../ink/ink71.xml"/><Relationship Id="rId163" Type="http://schemas.openxmlformats.org/officeDocument/2006/relationships/image" Target="../media/image85.png"/><Relationship Id="rId184" Type="http://schemas.openxmlformats.org/officeDocument/2006/relationships/customXml" Target="../ink/ink92.xml"/><Relationship Id="rId3" Type="http://schemas.openxmlformats.org/officeDocument/2006/relationships/image" Target="../media/image510.png"/><Relationship Id="rId25" Type="http://schemas.openxmlformats.org/officeDocument/2006/relationships/image" Target="../media/image16.png"/><Relationship Id="rId46" Type="http://schemas.openxmlformats.org/officeDocument/2006/relationships/customXml" Target="../ink/ink23.xml"/><Relationship Id="rId67" Type="http://schemas.openxmlformats.org/officeDocument/2006/relationships/image" Target="../media/image37.png"/><Relationship Id="rId116" Type="http://schemas.openxmlformats.org/officeDocument/2006/relationships/customXml" Target="../ink/ink58.xml"/><Relationship Id="rId137" Type="http://schemas.openxmlformats.org/officeDocument/2006/relationships/image" Target="../media/image72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4.png"/><Relationship Id="rId62" Type="http://schemas.openxmlformats.org/officeDocument/2006/relationships/customXml" Target="../ink/ink31.xml"/><Relationship Id="rId83" Type="http://schemas.openxmlformats.org/officeDocument/2006/relationships/image" Target="../media/image45.png"/><Relationship Id="rId88" Type="http://schemas.openxmlformats.org/officeDocument/2006/relationships/customXml" Target="../ink/ink44.xml"/><Relationship Id="rId111" Type="http://schemas.openxmlformats.org/officeDocument/2006/relationships/image" Target="../media/image59.png"/><Relationship Id="rId132" Type="http://schemas.openxmlformats.org/officeDocument/2006/relationships/customXml" Target="../ink/ink66.xml"/><Relationship Id="rId153" Type="http://schemas.openxmlformats.org/officeDocument/2006/relationships/image" Target="../media/image80.png"/><Relationship Id="rId174" Type="http://schemas.openxmlformats.org/officeDocument/2006/relationships/customXml" Target="../ink/ink87.xml"/><Relationship Id="rId179" Type="http://schemas.openxmlformats.org/officeDocument/2006/relationships/image" Target="../media/image93.png"/><Relationship Id="rId15" Type="http://schemas.openxmlformats.org/officeDocument/2006/relationships/image" Target="../media/image11.png"/><Relationship Id="rId36" Type="http://schemas.openxmlformats.org/officeDocument/2006/relationships/customXml" Target="../ink/ink18.xml"/><Relationship Id="rId57" Type="http://schemas.openxmlformats.org/officeDocument/2006/relationships/image" Target="../media/image32.png"/><Relationship Id="rId106" Type="http://schemas.openxmlformats.org/officeDocument/2006/relationships/customXml" Target="../ink/ink53.xml"/><Relationship Id="rId127" Type="http://schemas.openxmlformats.org/officeDocument/2006/relationships/image" Target="../media/image67.png"/><Relationship Id="rId10" Type="http://schemas.openxmlformats.org/officeDocument/2006/relationships/customXml" Target="../ink/ink5.xml"/><Relationship Id="rId31" Type="http://schemas.openxmlformats.org/officeDocument/2006/relationships/image" Target="../media/image19.png"/><Relationship Id="rId52" Type="http://schemas.openxmlformats.org/officeDocument/2006/relationships/customXml" Target="../ink/ink26.xml"/><Relationship Id="rId73" Type="http://schemas.openxmlformats.org/officeDocument/2006/relationships/image" Target="../media/image40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1.xml"/><Relationship Id="rId143" Type="http://schemas.openxmlformats.org/officeDocument/2006/relationships/image" Target="../media/image75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8.png"/><Relationship Id="rId185" Type="http://schemas.openxmlformats.org/officeDocument/2006/relationships/image" Target="../media/image96.png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7.png"/><Relationship Id="rId68" Type="http://schemas.openxmlformats.org/officeDocument/2006/relationships/customXml" Target="../ink/ink34.xml"/><Relationship Id="rId89" Type="http://schemas.openxmlformats.org/officeDocument/2006/relationships/image" Target="../media/image48.png"/><Relationship Id="rId112" Type="http://schemas.openxmlformats.org/officeDocument/2006/relationships/customXml" Target="../ink/ink56.xml"/><Relationship Id="rId133" Type="http://schemas.openxmlformats.org/officeDocument/2006/relationships/image" Target="../media/image70.png"/><Relationship Id="rId154" Type="http://schemas.openxmlformats.org/officeDocument/2006/relationships/customXml" Target="../ink/ink77.xml"/><Relationship Id="rId175" Type="http://schemas.openxmlformats.org/officeDocument/2006/relationships/image" Target="../media/image91.png"/><Relationship Id="rId16" Type="http://schemas.openxmlformats.org/officeDocument/2006/relationships/customXml" Target="../ink/ink8.xml"/><Relationship Id="rId37" Type="http://schemas.openxmlformats.org/officeDocument/2006/relationships/image" Target="../media/image22.png"/><Relationship Id="rId58" Type="http://schemas.openxmlformats.org/officeDocument/2006/relationships/customXml" Target="../ink/ink29.xml"/><Relationship Id="rId79" Type="http://schemas.openxmlformats.org/officeDocument/2006/relationships/image" Target="../media/image43.png"/><Relationship Id="rId102" Type="http://schemas.openxmlformats.org/officeDocument/2006/relationships/customXml" Target="../ink/ink51.xml"/><Relationship Id="rId123" Type="http://schemas.openxmlformats.org/officeDocument/2006/relationships/image" Target="../media/image65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6.png"/><Relationship Id="rId186" Type="http://schemas.openxmlformats.org/officeDocument/2006/relationships/customXml" Target="../ink/ink93.xml"/><Relationship Id="rId27" Type="http://schemas.openxmlformats.org/officeDocument/2006/relationships/image" Target="../media/image17.png"/><Relationship Id="rId48" Type="http://schemas.openxmlformats.org/officeDocument/2006/relationships/customXml" Target="../ink/ink24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81.png"/><Relationship Id="rId176" Type="http://schemas.openxmlformats.org/officeDocument/2006/relationships/customXml" Target="../ink/ink88.xml"/><Relationship Id="rId17" Type="http://schemas.openxmlformats.org/officeDocument/2006/relationships/image" Target="../media/image12.png"/><Relationship Id="rId38" Type="http://schemas.openxmlformats.org/officeDocument/2006/relationships/customXml" Target="../ink/ink19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9.png"/><Relationship Id="rId145" Type="http://schemas.openxmlformats.org/officeDocument/2006/relationships/image" Target="../media/image76.png"/><Relationship Id="rId166" Type="http://schemas.openxmlformats.org/officeDocument/2006/relationships/customXml" Target="../ink/ink83.xml"/><Relationship Id="rId187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28" Type="http://schemas.openxmlformats.org/officeDocument/2006/relationships/customXml" Target="../ink/ink14.xml"/><Relationship Id="rId49" Type="http://schemas.openxmlformats.org/officeDocument/2006/relationships/image" Target="../media/image28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4.png"/><Relationship Id="rId135" Type="http://schemas.openxmlformats.org/officeDocument/2006/relationships/image" Target="../media/image71.png"/><Relationship Id="rId156" Type="http://schemas.openxmlformats.org/officeDocument/2006/relationships/customXml" Target="../ink/ink78.xml"/><Relationship Id="rId177" Type="http://schemas.openxmlformats.org/officeDocument/2006/relationships/image" Target="../media/image9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4.xml"/><Relationship Id="rId2" Type="http://schemas.openxmlformats.org/officeDocument/2006/relationships/image" Target="../media/image8.jp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100.png"/><Relationship Id="rId21" Type="http://schemas.openxmlformats.org/officeDocument/2006/relationships/image" Target="../media/image119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23" Type="http://schemas.openxmlformats.org/officeDocument/2006/relationships/image" Target="../media/image121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Relationship Id="rId22" Type="http://schemas.openxmlformats.org/officeDocument/2006/relationships/image" Target="../media/image1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Dr. Mohammad Rezwanul Huq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Associate Professor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East West University</a:t>
            </a:r>
            <a:endParaRPr sz="2000" dirty="0">
              <a:latin typeface="Corbel"/>
              <a:cs typeface="Corbe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1066800" y="1905000"/>
            <a:ext cx="731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CSE488: Big Data Analytics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Lecture 1: Introduction to Big Data</a:t>
            </a:r>
          </a:p>
          <a:p>
            <a:pPr algn="ctr"/>
            <a:endParaRPr lang="en-AU" sz="3600" dirty="0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4F26C-44AF-48E0-B1B1-8BF76AB64F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E617-86C4-4845-8F38-5B741CDF10F3}"/>
              </a:ext>
            </a:extLst>
          </p:cNvPr>
          <p:cNvSpPr txBox="1"/>
          <p:nvPr/>
        </p:nvSpPr>
        <p:spPr>
          <a:xfrm>
            <a:off x="457200" y="152400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Big Data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54BED18-B3E3-4DE3-925F-A4109F25989A}"/>
              </a:ext>
            </a:extLst>
          </p:cNvPr>
          <p:cNvSpPr txBox="1"/>
          <p:nvPr/>
        </p:nvSpPr>
        <p:spPr>
          <a:xfrm>
            <a:off x="614362" y="1347787"/>
            <a:ext cx="8224838" cy="478464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Every day, we create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2.5 quintillion bytes of data </a:t>
            </a:r>
            <a:r>
              <a:rPr lang="en-US" sz="2800" dirty="0">
                <a:latin typeface="Calibri"/>
                <a:cs typeface="Calibri"/>
              </a:rPr>
              <a:t>— so much that 90% of the data in the world today has been created in the last two years alone.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This data comes from everywhere: sensors used to gather climate information, posts to social media sites, digital pictures and videos, purchase transaction records, and cell phone GPS signals to name a few.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This data is big data and it can’t be processed or analyzed using traditional processes and tools.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US" sz="2750" dirty="0">
              <a:latin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18096A-8325-4AE4-BD11-FBBB3434D2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83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E617-86C4-4845-8F38-5B741CDF10F3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Big Data Challenges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54BED18-B3E3-4DE3-925F-A4109F25989A}"/>
              </a:ext>
            </a:extLst>
          </p:cNvPr>
          <p:cNvSpPr txBox="1"/>
          <p:nvPr/>
        </p:nvSpPr>
        <p:spPr>
          <a:xfrm>
            <a:off x="614362" y="1347787"/>
            <a:ext cx="8224838" cy="4366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Most of the time, this big data has semi structured or unstructured format.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 An IBM survey found that over half of the business leaders do not have access to the insights they need to do their jobs.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 In these days, data is generating at a pace like never before.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 Therefore, the percentage of data the business can process is going down.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US" sz="2750" dirty="0">
              <a:latin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303B0-C74D-4616-8151-F28FEBC7C5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99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E617-86C4-4845-8F38-5B741CDF10F3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An Example on Big Data Challenge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54BED18-B3E3-4DE3-925F-A4109F25989A}"/>
              </a:ext>
            </a:extLst>
          </p:cNvPr>
          <p:cNvSpPr txBox="1"/>
          <p:nvPr/>
        </p:nvSpPr>
        <p:spPr>
          <a:xfrm>
            <a:off x="304800" y="1347787"/>
            <a:ext cx="8691562" cy="52540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Consider a railway car with hundred of sensors.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These sensors track things like the condition of rail car, state of individual parts, GPS based data for shipment tracking and logistics.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If there is a disaster, this data needs to be stored and analyzed to find out the reason of the disaster as well as to take precautions based on the analyzed data.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Analyzing data from various sources is not a trivial task.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 Using traditional relational database/system is impractical since data have different formats.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 So, you’ve got a Big Data problem!!!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US" sz="2750" dirty="0">
              <a:latin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FD454-92FF-4AD1-8C58-65E33DB73E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06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E617-86C4-4845-8F38-5B741CDF10F3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Characteristics of Big Data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E43F2-7527-4317-BFBE-14377C515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36" y="1981200"/>
            <a:ext cx="7737728" cy="4578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7F9E25-3D8C-4F07-876D-3AFC667A6334}"/>
              </a:ext>
            </a:extLst>
          </p:cNvPr>
          <p:cNvSpPr txBox="1"/>
          <p:nvPr/>
        </p:nvSpPr>
        <p:spPr>
          <a:xfrm>
            <a:off x="487680" y="1219200"/>
            <a:ext cx="7432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3200" dirty="0">
                <a:latin typeface="Calibri"/>
                <a:cs typeface="Calibri"/>
              </a:rPr>
              <a:t>Three V’s of Big Data (old model)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896F7D-8469-4D19-A36D-C711718171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E617-86C4-4845-8F38-5B741CDF10F3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Volume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54BED18-B3E3-4DE3-925F-A4109F25989A}"/>
              </a:ext>
            </a:extLst>
          </p:cNvPr>
          <p:cNvSpPr txBox="1"/>
          <p:nvPr/>
        </p:nvSpPr>
        <p:spPr>
          <a:xfrm>
            <a:off x="304800" y="1347787"/>
            <a:ext cx="8691562" cy="52540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In 2000, 800,000 Petabytes (PB) of data were stored in the world.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In 2013, the WWW is estimated to have reached 4 Zettabytes (ZB) which is equal to 4,000,000 Petabytes (PB).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This number is expected to reach 35 Zettabytes (ZB) by 2020.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In these days, Twitter alone generates 7 TB; Facebook 10 TB – everyday.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So, organizations are facing massive amount of data but most of them cannot process most part of data.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endParaRPr lang="en-US" sz="2750" dirty="0">
              <a:latin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BB185B-59E8-425C-9FE9-6DDC6404FE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1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828517-F002-4BC1-A31B-1C11EF1D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76400"/>
            <a:ext cx="7274595" cy="4340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91DE11-46FC-4292-BFE3-97CD4C99DFFB}"/>
              </a:ext>
            </a:extLst>
          </p:cNvPr>
          <p:cNvSpPr txBox="1"/>
          <p:nvPr/>
        </p:nvSpPr>
        <p:spPr>
          <a:xfrm>
            <a:off x="6477000" y="2519482"/>
            <a:ext cx="79022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A0C90-97B1-49DF-892D-D10085CC4459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Blind Zone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16F14-1A84-48C0-A714-2330B9DA03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2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E617-86C4-4845-8F38-5B741CDF10F3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Variety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54BED18-B3E3-4DE3-925F-A4109F25989A}"/>
              </a:ext>
            </a:extLst>
          </p:cNvPr>
          <p:cNvSpPr txBox="1"/>
          <p:nvPr/>
        </p:nvSpPr>
        <p:spPr>
          <a:xfrm>
            <a:off x="302419" y="1143000"/>
            <a:ext cx="8691562" cy="565411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Besides traditional relational data, we have raw, semi-structured, quasi-structured and unstructured data from web pages, web logs, search indexes, social media forums, sensor data, e-mail, documents and so on.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As an example, a Twitter feed has a structure in JSON format but the actual text (tweet) is not structured.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latin typeface="Calibri"/>
                <a:cs typeface="Calibri"/>
              </a:rPr>
              <a:t>Traditional database systems can struggle to store and perform required analytics over the content of these log files since log files could be in any format.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To gain insights of a business, enterprises must be able to analyze all types of data – both relational and non-relational data.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E98A14-01D2-4836-BBB4-D3D0EC5446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0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E80033-9605-4A6E-AC50-0FBAEC394E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55"/>
              </a:spcBef>
            </a:pPr>
            <a:fld id="{81D60167-4931-47E6-BA6A-407CBD079E47}" type="slidenum">
              <a:rPr lang="en-US" smtClean="0"/>
              <a:pPr marL="38100">
                <a:spcBef>
                  <a:spcPts val="55"/>
                </a:spcBef>
              </a:pPr>
              <a:t>9</a:t>
            </a:fld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D8FEC3-581D-4D6E-94AD-C7DF85BC5B6A}"/>
              </a:ext>
            </a:extLst>
          </p:cNvPr>
          <p:cNvGrpSpPr/>
          <p:nvPr/>
        </p:nvGrpSpPr>
        <p:grpSpPr>
          <a:xfrm>
            <a:off x="759087" y="1455240"/>
            <a:ext cx="1129680" cy="673920"/>
            <a:chOff x="759087" y="1455240"/>
            <a:chExt cx="1129680" cy="67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F88F118-C2B3-446E-BD3B-F3EA589D25A9}"/>
                    </a:ext>
                  </a:extLst>
                </p14:cNvPr>
                <p14:cNvContentPartPr/>
                <p14:nvPr/>
              </p14:nvContentPartPr>
              <p14:xfrm>
                <a:off x="759087" y="1455240"/>
                <a:ext cx="512280" cy="39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F88F118-C2B3-446E-BD3B-F3EA589D25A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1447" y="1437600"/>
                  <a:ext cx="547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9F5D2BA-621A-4E16-8A97-DD83779E8D1F}"/>
                    </a:ext>
                  </a:extLst>
                </p14:cNvPr>
                <p14:cNvContentPartPr/>
                <p14:nvPr/>
              </p14:nvContentPartPr>
              <p14:xfrm>
                <a:off x="954207" y="1495920"/>
                <a:ext cx="51480" cy="379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9F5D2BA-621A-4E16-8A97-DD83779E8D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6567" y="1478280"/>
                  <a:ext cx="871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EB0F765-DCFB-489B-841E-7506F27C6F50}"/>
                    </a:ext>
                  </a:extLst>
                </p14:cNvPr>
                <p14:cNvContentPartPr/>
                <p14:nvPr/>
              </p14:nvContentPartPr>
              <p14:xfrm>
                <a:off x="1089567" y="1701120"/>
                <a:ext cx="183960" cy="137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EB0F765-DCFB-489B-841E-7506F27C6F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1567" y="1683120"/>
                  <a:ext cx="219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358730B-E76F-45F9-A6B6-D0AB17BF83AA}"/>
                    </a:ext>
                  </a:extLst>
                </p14:cNvPr>
                <p14:cNvContentPartPr/>
                <p14:nvPr/>
              </p14:nvContentPartPr>
              <p14:xfrm>
                <a:off x="1191087" y="1709040"/>
                <a:ext cx="143640" cy="420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358730B-E76F-45F9-A6B6-D0AB17BF83A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3087" y="1691040"/>
                  <a:ext cx="17928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CC8A715-AA66-4480-8553-18F27C37D986}"/>
                    </a:ext>
                  </a:extLst>
                </p14:cNvPr>
                <p14:cNvContentPartPr/>
                <p14:nvPr/>
              </p14:nvContentPartPr>
              <p14:xfrm>
                <a:off x="1333647" y="1731000"/>
                <a:ext cx="69120" cy="369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CC8A715-AA66-4480-8553-18F27C37D9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5647" y="1713360"/>
                  <a:ext cx="1047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061C14-37AC-4125-95B3-915D2625C3CD}"/>
                    </a:ext>
                  </a:extLst>
                </p14:cNvPr>
                <p14:cNvContentPartPr/>
                <p14:nvPr/>
              </p14:nvContentPartPr>
              <p14:xfrm>
                <a:off x="1365327" y="1714800"/>
                <a:ext cx="187920" cy="145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061C14-37AC-4125-95B3-915D2625C3C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47687" y="1696800"/>
                  <a:ext cx="223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512966-C1E1-49B4-A261-7AAADA3D7E1B}"/>
                    </a:ext>
                  </a:extLst>
                </p14:cNvPr>
                <p14:cNvContentPartPr/>
                <p14:nvPr/>
              </p14:nvContentPartPr>
              <p14:xfrm>
                <a:off x="1593927" y="1685640"/>
                <a:ext cx="133200" cy="20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512966-C1E1-49B4-A261-7AAADA3D7E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76287" y="1668000"/>
                  <a:ext cx="168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87C611-0CC9-40B3-97E4-3BC2E11034F3}"/>
                    </a:ext>
                  </a:extLst>
                </p14:cNvPr>
                <p14:cNvContentPartPr/>
                <p14:nvPr/>
              </p14:nvContentPartPr>
              <p14:xfrm>
                <a:off x="1776447" y="1742880"/>
                <a:ext cx="112320" cy="14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87C611-0CC9-40B3-97E4-3BC2E11034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58447" y="1725240"/>
                  <a:ext cx="14796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428F009-DD90-4404-AD09-A2B0B09BCE05}"/>
              </a:ext>
            </a:extLst>
          </p:cNvPr>
          <p:cNvGrpSpPr/>
          <p:nvPr/>
        </p:nvGrpSpPr>
        <p:grpSpPr>
          <a:xfrm>
            <a:off x="2330127" y="1474680"/>
            <a:ext cx="362880" cy="429120"/>
            <a:chOff x="2330127" y="1474680"/>
            <a:chExt cx="36288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F1348F-C799-43A6-B87B-7C7F3A96BD86}"/>
                    </a:ext>
                  </a:extLst>
                </p14:cNvPr>
                <p14:cNvContentPartPr/>
                <p14:nvPr/>
              </p14:nvContentPartPr>
              <p14:xfrm>
                <a:off x="2330127" y="1704360"/>
                <a:ext cx="122400" cy="171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F1348F-C799-43A6-B87B-7C7F3A96BD8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12127" y="1686720"/>
                  <a:ext cx="158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C7C893-7DB2-497F-825D-F3ADD95668CE}"/>
                    </a:ext>
                  </a:extLst>
                </p14:cNvPr>
                <p14:cNvContentPartPr/>
                <p14:nvPr/>
              </p14:nvContentPartPr>
              <p14:xfrm>
                <a:off x="2566287" y="1474680"/>
                <a:ext cx="66960" cy="429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C7C893-7DB2-497F-825D-F3ADD95668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48647" y="1456680"/>
                  <a:ext cx="10260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D8D2E7A-CACA-42F1-B167-55EFD4CA6A9A}"/>
                    </a:ext>
                  </a:extLst>
                </p14:cNvPr>
                <p14:cNvContentPartPr/>
                <p14:nvPr/>
              </p14:nvContentPartPr>
              <p14:xfrm>
                <a:off x="2533167" y="1687080"/>
                <a:ext cx="159840" cy="15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D8D2E7A-CACA-42F1-B167-55EFD4CA6A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15167" y="1669080"/>
                  <a:ext cx="1954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8E8C59D-F8E9-4F28-AA87-3A21D6B7EFB6}"/>
              </a:ext>
            </a:extLst>
          </p:cNvPr>
          <p:cNvGrpSpPr/>
          <p:nvPr/>
        </p:nvGrpSpPr>
        <p:grpSpPr>
          <a:xfrm>
            <a:off x="3072447" y="1507080"/>
            <a:ext cx="986400" cy="405360"/>
            <a:chOff x="3072447" y="1507080"/>
            <a:chExt cx="98640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54CB53E-BEF7-480B-9FCD-EA2237EA832B}"/>
                    </a:ext>
                  </a:extLst>
                </p14:cNvPr>
                <p14:cNvContentPartPr/>
                <p14:nvPr/>
              </p14:nvContentPartPr>
              <p14:xfrm>
                <a:off x="3072447" y="1622640"/>
                <a:ext cx="18000" cy="19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54CB53E-BEF7-480B-9FCD-EA2237EA83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4807" y="1605000"/>
                  <a:ext cx="53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AA6FAC9-D623-4CEB-B882-4FDC925B50AE}"/>
                    </a:ext>
                  </a:extLst>
                </p14:cNvPr>
                <p14:cNvContentPartPr/>
                <p14:nvPr/>
              </p14:nvContentPartPr>
              <p14:xfrm>
                <a:off x="3080007" y="1507800"/>
                <a:ext cx="44280" cy="37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AA6FAC9-D623-4CEB-B882-4FDC925B50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62007" y="1489800"/>
                  <a:ext cx="799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AF1132D-3282-4906-9F0C-31E711439CDC}"/>
                    </a:ext>
                  </a:extLst>
                </p14:cNvPr>
                <p14:cNvContentPartPr/>
                <p14:nvPr/>
              </p14:nvContentPartPr>
              <p14:xfrm>
                <a:off x="3089727" y="1507080"/>
                <a:ext cx="264240" cy="385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AF1132D-3282-4906-9F0C-31E711439CD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72087" y="1489440"/>
                  <a:ext cx="29988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F29D94-24E4-47CC-9385-4C8DEA9C1E10}"/>
                    </a:ext>
                  </a:extLst>
                </p14:cNvPr>
                <p14:cNvContentPartPr/>
                <p14:nvPr/>
              </p14:nvContentPartPr>
              <p14:xfrm>
                <a:off x="3399327" y="1751520"/>
                <a:ext cx="218520" cy="160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F29D94-24E4-47CC-9385-4C8DEA9C1E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81687" y="1733520"/>
                  <a:ext cx="254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5A8FFC5-9506-4C3A-87F4-6206F1C3C7AD}"/>
                    </a:ext>
                  </a:extLst>
                </p14:cNvPr>
                <p14:cNvContentPartPr/>
                <p14:nvPr/>
              </p14:nvContentPartPr>
              <p14:xfrm>
                <a:off x="3735567" y="1523640"/>
                <a:ext cx="69840" cy="360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5A8FFC5-9506-4C3A-87F4-6206F1C3C7A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17927" y="1506000"/>
                  <a:ext cx="1054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889DD74-6D0C-48ED-9DAA-9F8C7EFDB2EB}"/>
                    </a:ext>
                  </a:extLst>
                </p14:cNvPr>
                <p14:cNvContentPartPr/>
                <p14:nvPr/>
              </p14:nvContentPartPr>
              <p14:xfrm>
                <a:off x="3665727" y="1748640"/>
                <a:ext cx="180720" cy="18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889DD74-6D0C-48ED-9DAA-9F8C7EFDB2E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48087" y="1731000"/>
                  <a:ext cx="216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A18B80-674A-4113-BB46-52A8B8021FBC}"/>
                    </a:ext>
                  </a:extLst>
                </p14:cNvPr>
                <p14:cNvContentPartPr/>
                <p14:nvPr/>
              </p14:nvContentPartPr>
              <p14:xfrm>
                <a:off x="3891087" y="1741440"/>
                <a:ext cx="167760" cy="144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A18B80-674A-4113-BB46-52A8B8021F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73087" y="1723800"/>
                  <a:ext cx="203400" cy="17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A5BFFF7-ED4C-4184-AAD9-318E5DDE8BE3}"/>
                  </a:ext>
                </a:extLst>
              </p14:cNvPr>
              <p14:cNvContentPartPr/>
              <p14:nvPr/>
            </p14:nvContentPartPr>
            <p14:xfrm>
              <a:off x="4342527" y="1751880"/>
              <a:ext cx="396000" cy="23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A5BFFF7-ED4C-4184-AAD9-318E5DDE8BE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24527" y="1733880"/>
                <a:ext cx="43164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DA72E67-59D6-4BAF-B309-FCBCBAD63449}"/>
              </a:ext>
            </a:extLst>
          </p:cNvPr>
          <p:cNvGrpSpPr/>
          <p:nvPr/>
        </p:nvGrpSpPr>
        <p:grpSpPr>
          <a:xfrm>
            <a:off x="964647" y="2579880"/>
            <a:ext cx="348120" cy="358200"/>
            <a:chOff x="964647" y="2579880"/>
            <a:chExt cx="34812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BFF9CA1-B213-46C5-9BE4-7305104AA8A5}"/>
                    </a:ext>
                  </a:extLst>
                </p14:cNvPr>
                <p14:cNvContentPartPr/>
                <p14:nvPr/>
              </p14:nvContentPartPr>
              <p14:xfrm>
                <a:off x="1077327" y="2579880"/>
                <a:ext cx="14040" cy="288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BFF9CA1-B213-46C5-9BE4-7305104AA8A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59327" y="2562240"/>
                  <a:ext cx="496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50603E3-0D3E-41EF-BCD4-FAD403B4B277}"/>
                    </a:ext>
                  </a:extLst>
                </p14:cNvPr>
                <p14:cNvContentPartPr/>
                <p14:nvPr/>
              </p14:nvContentPartPr>
              <p14:xfrm>
                <a:off x="1035567" y="2587800"/>
                <a:ext cx="56520" cy="43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50603E3-0D3E-41EF-BCD4-FAD403B4B2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17927" y="2570160"/>
                  <a:ext cx="92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3DE7A9-E15C-4EBE-9CE6-34AAA3E5C9A7}"/>
                    </a:ext>
                  </a:extLst>
                </p14:cNvPr>
                <p14:cNvContentPartPr/>
                <p14:nvPr/>
              </p14:nvContentPartPr>
              <p14:xfrm>
                <a:off x="964647" y="2927280"/>
                <a:ext cx="122040" cy="10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3DE7A9-E15C-4EBE-9CE6-34AAA3E5C9A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7007" y="2909640"/>
                  <a:ext cx="157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C3902B8-C38B-4CC1-9F6B-44568CF7C6FA}"/>
                    </a:ext>
                  </a:extLst>
                </p14:cNvPr>
                <p14:cNvContentPartPr/>
                <p14:nvPr/>
              </p14:nvContentPartPr>
              <p14:xfrm>
                <a:off x="1279287" y="2898840"/>
                <a:ext cx="33480" cy="10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C3902B8-C38B-4CC1-9F6B-44568CF7C6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61287" y="2880840"/>
                  <a:ext cx="691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024A4BC-F0A7-47FD-AC7F-F7169EBC3040}"/>
              </a:ext>
            </a:extLst>
          </p:cNvPr>
          <p:cNvGrpSpPr/>
          <p:nvPr/>
        </p:nvGrpSpPr>
        <p:grpSpPr>
          <a:xfrm>
            <a:off x="1804167" y="2518320"/>
            <a:ext cx="2554560" cy="478440"/>
            <a:chOff x="1804167" y="2518320"/>
            <a:chExt cx="255456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9F18A2-E8E2-4138-9F0F-C530E44949F3}"/>
                    </a:ext>
                  </a:extLst>
                </p14:cNvPr>
                <p14:cNvContentPartPr/>
                <p14:nvPr/>
              </p14:nvContentPartPr>
              <p14:xfrm>
                <a:off x="1804167" y="2527680"/>
                <a:ext cx="310320" cy="403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9F18A2-E8E2-4138-9F0F-C530E44949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86527" y="2509680"/>
                  <a:ext cx="3459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527F1C-392E-4590-A95D-104B411D70F3}"/>
                    </a:ext>
                  </a:extLst>
                </p14:cNvPr>
                <p14:cNvContentPartPr/>
                <p14:nvPr/>
              </p14:nvContentPartPr>
              <p14:xfrm>
                <a:off x="2250567" y="2537040"/>
                <a:ext cx="63000" cy="40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527F1C-392E-4590-A95D-104B411D70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32927" y="2519400"/>
                  <a:ext cx="986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CF4E12D-E733-4677-89B3-CF1F2ADB705A}"/>
                    </a:ext>
                  </a:extLst>
                </p14:cNvPr>
                <p14:cNvContentPartPr/>
                <p14:nvPr/>
              </p14:nvContentPartPr>
              <p14:xfrm>
                <a:off x="2165247" y="2697960"/>
                <a:ext cx="178920" cy="23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CF4E12D-E733-4677-89B3-CF1F2ADB705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47607" y="2680320"/>
                  <a:ext cx="214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7DE4521-2355-4125-A3F0-8876C2B54334}"/>
                    </a:ext>
                  </a:extLst>
                </p14:cNvPr>
                <p14:cNvContentPartPr/>
                <p14:nvPr/>
              </p14:nvContentPartPr>
              <p14:xfrm>
                <a:off x="2415807" y="2710200"/>
                <a:ext cx="122400" cy="222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7DE4521-2355-4125-A3F0-8876C2B543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97807" y="2692560"/>
                  <a:ext cx="158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2AE70D-3AB8-4E34-B923-04B742996E29}"/>
                    </a:ext>
                  </a:extLst>
                </p14:cNvPr>
                <p14:cNvContentPartPr/>
                <p14:nvPr/>
              </p14:nvContentPartPr>
              <p14:xfrm>
                <a:off x="2636127" y="2766000"/>
                <a:ext cx="174240" cy="168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2AE70D-3AB8-4E34-B923-04B742996E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18487" y="2748360"/>
                  <a:ext cx="209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DE801E-D2B5-44CC-AD9B-EF0BADA43A13}"/>
                    </a:ext>
                  </a:extLst>
                </p14:cNvPr>
                <p14:cNvContentPartPr/>
                <p14:nvPr/>
              </p14:nvContentPartPr>
              <p14:xfrm>
                <a:off x="2919807" y="2782200"/>
                <a:ext cx="105480" cy="16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DE801E-D2B5-44CC-AD9B-EF0BADA43A1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02167" y="2764560"/>
                  <a:ext cx="141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FACDA3-CE66-4068-8C86-8FECF6880BB1}"/>
                    </a:ext>
                  </a:extLst>
                </p14:cNvPr>
                <p14:cNvContentPartPr/>
                <p14:nvPr/>
              </p14:nvContentPartPr>
              <p14:xfrm>
                <a:off x="3191247" y="2518320"/>
                <a:ext cx="106920" cy="429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FACDA3-CE66-4068-8C86-8FECF6880BB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73247" y="2500320"/>
                  <a:ext cx="1425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D0AEF9-E0CA-4A7B-BA50-3C0100D74C44}"/>
                    </a:ext>
                  </a:extLst>
                </p14:cNvPr>
                <p14:cNvContentPartPr/>
                <p14:nvPr/>
              </p14:nvContentPartPr>
              <p14:xfrm>
                <a:off x="3355407" y="2773920"/>
                <a:ext cx="168480" cy="220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D0AEF9-E0CA-4A7B-BA50-3C0100D74C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37407" y="2755920"/>
                  <a:ext cx="2041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EB9599-D3F4-478B-AACA-F058406ACC20}"/>
                    </a:ext>
                  </a:extLst>
                </p14:cNvPr>
                <p14:cNvContentPartPr/>
                <p14:nvPr/>
              </p14:nvContentPartPr>
              <p14:xfrm>
                <a:off x="3600207" y="2782560"/>
                <a:ext cx="173160" cy="211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EB9599-D3F4-478B-AACA-F058406ACC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82207" y="2764560"/>
                  <a:ext cx="2088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85E188-609A-43AF-8847-38A03439726B}"/>
                    </a:ext>
                  </a:extLst>
                </p14:cNvPr>
                <p14:cNvContentPartPr/>
                <p14:nvPr/>
              </p14:nvContentPartPr>
              <p14:xfrm>
                <a:off x="3860487" y="2791920"/>
                <a:ext cx="174960" cy="171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85E188-609A-43AF-8847-38A03439726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42847" y="2773920"/>
                  <a:ext cx="210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C3C705-626B-44FF-96FE-CDFEA8A3505D}"/>
                    </a:ext>
                  </a:extLst>
                </p14:cNvPr>
                <p14:cNvContentPartPr/>
                <p14:nvPr/>
              </p14:nvContentPartPr>
              <p14:xfrm>
                <a:off x="4196727" y="2600760"/>
                <a:ext cx="162000" cy="39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C3C705-626B-44FF-96FE-CDFEA8A350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78727" y="2583120"/>
                  <a:ext cx="197640" cy="43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49B44B1-F169-4275-82D2-AD8E6A6EE6D0}"/>
                  </a:ext>
                </a:extLst>
              </p14:cNvPr>
              <p14:cNvContentPartPr/>
              <p14:nvPr/>
            </p14:nvContentPartPr>
            <p14:xfrm>
              <a:off x="1077327" y="3576360"/>
              <a:ext cx="176040" cy="265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49B44B1-F169-4275-82D2-AD8E6A6EE6D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59327" y="3558360"/>
                <a:ext cx="2116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58600CE-8F93-4215-86EA-FA464A0897F6}"/>
                  </a:ext>
                </a:extLst>
              </p14:cNvPr>
              <p14:cNvContentPartPr/>
              <p14:nvPr/>
            </p14:nvContentPartPr>
            <p14:xfrm>
              <a:off x="1497447" y="3810000"/>
              <a:ext cx="2880" cy="90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58600CE-8F93-4215-86EA-FA464A0897F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479807" y="3792360"/>
                <a:ext cx="3852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C5BBB8B0-F2AC-43CE-BA4D-99AF4E3E68E9}"/>
              </a:ext>
            </a:extLst>
          </p:cNvPr>
          <p:cNvGrpSpPr/>
          <p:nvPr/>
        </p:nvGrpSpPr>
        <p:grpSpPr>
          <a:xfrm>
            <a:off x="1829367" y="3461160"/>
            <a:ext cx="988560" cy="400680"/>
            <a:chOff x="1829367" y="3461160"/>
            <a:chExt cx="98856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56E25FA-2942-463B-AA30-878C4C6A2858}"/>
                    </a:ext>
                  </a:extLst>
                </p14:cNvPr>
                <p14:cNvContentPartPr/>
                <p14:nvPr/>
              </p14:nvContentPartPr>
              <p14:xfrm>
                <a:off x="1829367" y="3461160"/>
                <a:ext cx="233280" cy="372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56E25FA-2942-463B-AA30-878C4C6A28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11727" y="3443520"/>
                  <a:ext cx="2689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D75869-7E13-4087-A38F-242D266D8E9A}"/>
                    </a:ext>
                  </a:extLst>
                </p14:cNvPr>
                <p14:cNvContentPartPr/>
                <p14:nvPr/>
              </p14:nvContentPartPr>
              <p14:xfrm>
                <a:off x="2177127" y="3623520"/>
                <a:ext cx="174600" cy="230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D75869-7E13-4087-A38F-242D266D8E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59487" y="3605520"/>
                  <a:ext cx="210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9780069-D6E9-45F6-AD6A-2A12EC424504}"/>
                    </a:ext>
                  </a:extLst>
                </p14:cNvPr>
                <p14:cNvContentPartPr/>
                <p14:nvPr/>
              </p14:nvContentPartPr>
              <p14:xfrm>
                <a:off x="2429487" y="3695160"/>
                <a:ext cx="261360" cy="161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9780069-D6E9-45F6-AD6A-2A12EC4245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11847" y="3677160"/>
                  <a:ext cx="297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BE276D-7C21-41D0-9AF6-C96802DC3029}"/>
                    </a:ext>
                  </a:extLst>
                </p14:cNvPr>
                <p14:cNvContentPartPr/>
                <p14:nvPr/>
              </p14:nvContentPartPr>
              <p14:xfrm>
                <a:off x="2792007" y="3744840"/>
                <a:ext cx="25920" cy="117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BE276D-7C21-41D0-9AF6-C96802DC30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74007" y="3726840"/>
                  <a:ext cx="61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4DA70D4-38E8-4482-883A-100520D0210C}"/>
                    </a:ext>
                  </a:extLst>
                </p14:cNvPr>
                <p14:cNvContentPartPr/>
                <p14:nvPr/>
              </p14:nvContentPartPr>
              <p14:xfrm>
                <a:off x="2743407" y="3585000"/>
                <a:ext cx="58320" cy="40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4DA70D4-38E8-4482-883A-100520D0210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25767" y="3567000"/>
                  <a:ext cx="9396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F982824-8AF1-447F-A565-720B8E799DAC}"/>
                  </a:ext>
                </a:extLst>
              </p14:cNvPr>
              <p14:cNvContentPartPr/>
              <p14:nvPr/>
            </p14:nvContentPartPr>
            <p14:xfrm>
              <a:off x="3063447" y="3754560"/>
              <a:ext cx="79920" cy="154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F982824-8AF1-447F-A565-720B8E799DA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045447" y="3736560"/>
                <a:ext cx="11556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29A3BEE2-461C-43BC-86C8-189A26D3A197}"/>
              </a:ext>
            </a:extLst>
          </p:cNvPr>
          <p:cNvGrpSpPr/>
          <p:nvPr/>
        </p:nvGrpSpPr>
        <p:grpSpPr>
          <a:xfrm>
            <a:off x="3505887" y="3339120"/>
            <a:ext cx="2356200" cy="559440"/>
            <a:chOff x="3505887" y="3339120"/>
            <a:chExt cx="235620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704467-C9E6-4A27-A4EA-75EFE5448FB1}"/>
                    </a:ext>
                  </a:extLst>
                </p14:cNvPr>
                <p14:cNvContentPartPr/>
                <p14:nvPr/>
              </p14:nvContentPartPr>
              <p14:xfrm>
                <a:off x="3505887" y="3621360"/>
                <a:ext cx="200520" cy="210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704467-C9E6-4A27-A4EA-75EFE5448FB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87887" y="3603360"/>
                  <a:ext cx="2361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1752A6-2DF6-406A-93C1-27BCD233FC62}"/>
                    </a:ext>
                  </a:extLst>
                </p14:cNvPr>
                <p14:cNvContentPartPr/>
                <p14:nvPr/>
              </p14:nvContentPartPr>
              <p14:xfrm>
                <a:off x="3800367" y="3447480"/>
                <a:ext cx="58680" cy="451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1752A6-2DF6-406A-93C1-27BCD233FC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82367" y="3429480"/>
                  <a:ext cx="943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7E07D76-28F4-47CD-AF05-5555965ECE3F}"/>
                    </a:ext>
                  </a:extLst>
                </p14:cNvPr>
                <p14:cNvContentPartPr/>
                <p14:nvPr/>
              </p14:nvContentPartPr>
              <p14:xfrm>
                <a:off x="3725127" y="3698040"/>
                <a:ext cx="181440" cy="27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7E07D76-28F4-47CD-AF05-5555965ECE3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07487" y="3680400"/>
                  <a:ext cx="2170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EEA3DD1-44ED-4F61-BDEC-ED28759F20E6}"/>
                    </a:ext>
                  </a:extLst>
                </p14:cNvPr>
                <p14:cNvContentPartPr/>
                <p14:nvPr/>
              </p14:nvContentPartPr>
              <p14:xfrm>
                <a:off x="3919527" y="3696240"/>
                <a:ext cx="136080" cy="188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EEA3DD1-44ED-4F61-BDEC-ED28759F20E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01887" y="3678600"/>
                  <a:ext cx="171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1E214A-366F-4AA3-9D81-6F5A035D2FD5}"/>
                    </a:ext>
                  </a:extLst>
                </p14:cNvPr>
                <p14:cNvContentPartPr/>
                <p14:nvPr/>
              </p14:nvContentPartPr>
              <p14:xfrm>
                <a:off x="4145967" y="3707760"/>
                <a:ext cx="182160" cy="131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1E214A-366F-4AA3-9D81-6F5A035D2FD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27967" y="3690120"/>
                  <a:ext cx="217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A0ABC00-0335-46ED-8A3B-C591778259A6}"/>
                    </a:ext>
                  </a:extLst>
                </p14:cNvPr>
                <p14:cNvContentPartPr/>
                <p14:nvPr/>
              </p14:nvContentPartPr>
              <p14:xfrm>
                <a:off x="4375287" y="3676440"/>
                <a:ext cx="129600" cy="160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A0ABC00-0335-46ED-8A3B-C591778259A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57287" y="3658440"/>
                  <a:ext cx="165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5A042C2-6B0B-4844-BD99-5E41F18AFC8A}"/>
                    </a:ext>
                  </a:extLst>
                </p14:cNvPr>
                <p14:cNvContentPartPr/>
                <p14:nvPr/>
              </p14:nvContentPartPr>
              <p14:xfrm>
                <a:off x="4685967" y="3434880"/>
                <a:ext cx="47160" cy="420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5A042C2-6B0B-4844-BD99-5E41F18AFC8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68327" y="3416880"/>
                  <a:ext cx="828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0BC93A-A336-4453-83CE-F193D1F1CF2A}"/>
                    </a:ext>
                  </a:extLst>
                </p14:cNvPr>
                <p14:cNvContentPartPr/>
                <p14:nvPr/>
              </p14:nvContentPartPr>
              <p14:xfrm>
                <a:off x="4549527" y="3676800"/>
                <a:ext cx="229680" cy="29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0BC93A-A336-4453-83CE-F193D1F1CF2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31887" y="3658800"/>
                  <a:ext cx="265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490C78-7359-43A8-AECE-7450902E4A6F}"/>
                    </a:ext>
                  </a:extLst>
                </p14:cNvPr>
                <p14:cNvContentPartPr/>
                <p14:nvPr/>
              </p14:nvContentPartPr>
              <p14:xfrm>
                <a:off x="4871727" y="3648000"/>
                <a:ext cx="158760" cy="219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490C78-7359-43A8-AECE-7450902E4A6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54087" y="3630000"/>
                  <a:ext cx="194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8B04F4-85B1-4930-8E05-4B9B5F8BC339}"/>
                    </a:ext>
                  </a:extLst>
                </p14:cNvPr>
                <p14:cNvContentPartPr/>
                <p14:nvPr/>
              </p14:nvContentPartPr>
              <p14:xfrm>
                <a:off x="5097807" y="3615960"/>
                <a:ext cx="193680" cy="196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8B04F4-85B1-4930-8E05-4B9B5F8BC3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79807" y="3597960"/>
                  <a:ext cx="229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E8C3DAB-A852-4E3D-8F32-FA99A21C2BE0}"/>
                    </a:ext>
                  </a:extLst>
                </p14:cNvPr>
                <p14:cNvContentPartPr/>
                <p14:nvPr/>
              </p14:nvContentPartPr>
              <p14:xfrm>
                <a:off x="5354127" y="3658440"/>
                <a:ext cx="128520" cy="184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E8C3DAB-A852-4E3D-8F32-FA99A21C2B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36487" y="3640440"/>
                  <a:ext cx="1641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9F95EEE-E0A2-4859-BCB0-99A41B6A7C83}"/>
                    </a:ext>
                  </a:extLst>
                </p14:cNvPr>
                <p14:cNvContentPartPr/>
                <p14:nvPr/>
              </p14:nvContentPartPr>
              <p14:xfrm>
                <a:off x="5620527" y="3339120"/>
                <a:ext cx="241560" cy="518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9F95EEE-E0A2-4859-BCB0-99A41B6A7C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02887" y="3321480"/>
                  <a:ext cx="277200" cy="55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B5448F8-01AC-494E-AC77-9347F7AEAF79}"/>
              </a:ext>
            </a:extLst>
          </p:cNvPr>
          <p:cNvGrpSpPr/>
          <p:nvPr/>
        </p:nvGrpSpPr>
        <p:grpSpPr>
          <a:xfrm>
            <a:off x="1167327" y="4500480"/>
            <a:ext cx="358560" cy="298800"/>
            <a:chOff x="1167327" y="4500480"/>
            <a:chExt cx="35856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0B041B-DC14-47C7-AEAC-DB4762187F07}"/>
                    </a:ext>
                  </a:extLst>
                </p14:cNvPr>
                <p14:cNvContentPartPr/>
                <p14:nvPr/>
              </p14:nvContentPartPr>
              <p14:xfrm>
                <a:off x="1167327" y="4500480"/>
                <a:ext cx="227880" cy="298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0B041B-DC14-47C7-AEAC-DB4762187F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49687" y="4482480"/>
                  <a:ext cx="2635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0B8DA7A-4095-4A57-94F1-B7DD01200580}"/>
                    </a:ext>
                  </a:extLst>
                </p14:cNvPr>
                <p14:cNvContentPartPr/>
                <p14:nvPr/>
              </p14:nvContentPartPr>
              <p14:xfrm>
                <a:off x="1453887" y="4727640"/>
                <a:ext cx="72000" cy="15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0B8DA7A-4095-4A57-94F1-B7DD0120058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36247" y="4709640"/>
                  <a:ext cx="1076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28A7A2A-7256-49C7-AB6D-2C1B41E63F7A}"/>
              </a:ext>
            </a:extLst>
          </p:cNvPr>
          <p:cNvGrpSpPr/>
          <p:nvPr/>
        </p:nvGrpSpPr>
        <p:grpSpPr>
          <a:xfrm>
            <a:off x="1898127" y="4445040"/>
            <a:ext cx="1557000" cy="407160"/>
            <a:chOff x="1898127" y="4445040"/>
            <a:chExt cx="155700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6B4C701-5FFD-44EC-A5F7-765F19D7BEED}"/>
                    </a:ext>
                  </a:extLst>
                </p14:cNvPr>
                <p14:cNvContentPartPr/>
                <p14:nvPr/>
              </p14:nvContentPartPr>
              <p14:xfrm>
                <a:off x="1898127" y="4445040"/>
                <a:ext cx="250560" cy="346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6B4C701-5FFD-44EC-A5F7-765F19D7BEE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880127" y="4427400"/>
                  <a:ext cx="2862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2895437-3D66-45CE-B65D-FDD468B04D87}"/>
                    </a:ext>
                  </a:extLst>
                </p14:cNvPr>
                <p14:cNvContentPartPr/>
                <p14:nvPr/>
              </p14:nvContentPartPr>
              <p14:xfrm>
                <a:off x="1917207" y="4626120"/>
                <a:ext cx="365040" cy="226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2895437-3D66-45CE-B65D-FDD468B04D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99207" y="4608120"/>
                  <a:ext cx="400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4BF3713-4061-430A-B39C-1D114F32ED72}"/>
                    </a:ext>
                  </a:extLst>
                </p14:cNvPr>
                <p14:cNvContentPartPr/>
                <p14:nvPr/>
              </p14:nvContentPartPr>
              <p14:xfrm>
                <a:off x="2343447" y="4640880"/>
                <a:ext cx="212760" cy="143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4BF3713-4061-430A-B39C-1D114F32ED7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25447" y="4623240"/>
                  <a:ext cx="248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02DE2F-0774-4536-B871-FC4D6FBFFC81}"/>
                    </a:ext>
                  </a:extLst>
                </p14:cNvPr>
                <p14:cNvContentPartPr/>
                <p14:nvPr/>
              </p14:nvContentPartPr>
              <p14:xfrm>
                <a:off x="2652687" y="4621080"/>
                <a:ext cx="238680" cy="185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02DE2F-0774-4536-B871-FC4D6FBFFC8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35047" y="4603080"/>
                  <a:ext cx="274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39A1E4B-90B6-433C-BCA3-0ED5865E814A}"/>
                    </a:ext>
                  </a:extLst>
                </p14:cNvPr>
                <p14:cNvContentPartPr/>
                <p14:nvPr/>
              </p14:nvContentPartPr>
              <p14:xfrm>
                <a:off x="2937807" y="4652760"/>
                <a:ext cx="128880" cy="180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39A1E4B-90B6-433C-BCA3-0ED5865E81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19807" y="4635120"/>
                  <a:ext cx="1645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E26F57F-D3FD-4DC4-8174-891BE5D8B38C}"/>
                    </a:ext>
                  </a:extLst>
                </p14:cNvPr>
                <p14:cNvContentPartPr/>
                <p14:nvPr/>
              </p14:nvContentPartPr>
              <p14:xfrm>
                <a:off x="3151287" y="4667520"/>
                <a:ext cx="18360" cy="143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E26F57F-D3FD-4DC4-8174-891BE5D8B3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33647" y="4649880"/>
                  <a:ext cx="54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C4FA891-4C0B-4460-BB72-1625BE3887B3}"/>
                    </a:ext>
                  </a:extLst>
                </p14:cNvPr>
                <p14:cNvContentPartPr/>
                <p14:nvPr/>
              </p14:nvContentPartPr>
              <p14:xfrm>
                <a:off x="3097647" y="4487160"/>
                <a:ext cx="16920" cy="18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C4FA891-4C0B-4460-BB72-1625BE3887B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79647" y="4469160"/>
                  <a:ext cx="52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EA03B72-9653-4D7C-B84A-452C875148AA}"/>
                    </a:ext>
                  </a:extLst>
                </p14:cNvPr>
                <p14:cNvContentPartPr/>
                <p14:nvPr/>
              </p14:nvContentPartPr>
              <p14:xfrm>
                <a:off x="3360087" y="4702440"/>
                <a:ext cx="95040" cy="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EA03B72-9653-4D7C-B84A-452C875148A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42087" y="4684800"/>
                  <a:ext cx="1306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2E3202B-2215-4721-B22C-D7A8DABD9D85}"/>
              </a:ext>
            </a:extLst>
          </p:cNvPr>
          <p:cNvGrpSpPr/>
          <p:nvPr/>
        </p:nvGrpSpPr>
        <p:grpSpPr>
          <a:xfrm>
            <a:off x="3802527" y="4216080"/>
            <a:ext cx="2477880" cy="536760"/>
            <a:chOff x="3802527" y="4216080"/>
            <a:chExt cx="2477880" cy="53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4EC06C7-F5D6-4698-B2EF-76C9C16B7D39}"/>
                    </a:ext>
                  </a:extLst>
                </p14:cNvPr>
                <p14:cNvContentPartPr/>
                <p14:nvPr/>
              </p14:nvContentPartPr>
              <p14:xfrm>
                <a:off x="3802527" y="4541520"/>
                <a:ext cx="171000" cy="204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4EC06C7-F5D6-4698-B2EF-76C9C16B7D3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84527" y="4523880"/>
                  <a:ext cx="2066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82E08AC-10BF-4257-B714-78E1A118A08A}"/>
                    </a:ext>
                  </a:extLst>
                </p14:cNvPr>
                <p14:cNvContentPartPr/>
                <p14:nvPr/>
              </p14:nvContentPartPr>
              <p14:xfrm>
                <a:off x="4048767" y="4406160"/>
                <a:ext cx="114120" cy="330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82E08AC-10BF-4257-B714-78E1A118A08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30767" y="4388160"/>
                  <a:ext cx="1497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83E7F4D-ABC4-4F01-98CF-649257496D6E}"/>
                    </a:ext>
                  </a:extLst>
                </p14:cNvPr>
                <p14:cNvContentPartPr/>
                <p14:nvPr/>
              </p14:nvContentPartPr>
              <p14:xfrm>
                <a:off x="4046247" y="4569240"/>
                <a:ext cx="180360" cy="59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83E7F4D-ABC4-4F01-98CF-649257496D6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28607" y="4551240"/>
                  <a:ext cx="216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56F23B-AA41-4E67-A235-5AB3026B7265}"/>
                    </a:ext>
                  </a:extLst>
                </p14:cNvPr>
                <p14:cNvContentPartPr/>
                <p14:nvPr/>
              </p14:nvContentPartPr>
              <p14:xfrm>
                <a:off x="4211847" y="4564920"/>
                <a:ext cx="146160" cy="169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56F23B-AA41-4E67-A235-5AB3026B726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93847" y="4546920"/>
                  <a:ext cx="1818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D0B0DDD-9675-4F00-BD83-0BFE3A66A64E}"/>
                    </a:ext>
                  </a:extLst>
                </p14:cNvPr>
                <p14:cNvContentPartPr/>
                <p14:nvPr/>
              </p14:nvContentPartPr>
              <p14:xfrm>
                <a:off x="4484367" y="4571400"/>
                <a:ext cx="170280" cy="141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D0B0DDD-9675-4F00-BD83-0BFE3A66A6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66367" y="4553760"/>
                  <a:ext cx="2059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95484F6-015E-4B3F-9514-279A9AE4B1E1}"/>
                    </a:ext>
                  </a:extLst>
                </p14:cNvPr>
                <p14:cNvContentPartPr/>
                <p14:nvPr/>
              </p14:nvContentPartPr>
              <p14:xfrm>
                <a:off x="4766967" y="4569600"/>
                <a:ext cx="109440" cy="140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95484F6-015E-4B3F-9514-279A9AE4B1E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748967" y="4551600"/>
                  <a:ext cx="145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AE1CBC3-C9DF-4F38-84B2-6903E371DB33}"/>
                    </a:ext>
                  </a:extLst>
                </p14:cNvPr>
                <p14:cNvContentPartPr/>
                <p14:nvPr/>
              </p14:nvContentPartPr>
              <p14:xfrm>
                <a:off x="5030127" y="4378800"/>
                <a:ext cx="30960" cy="369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AE1CBC3-C9DF-4F38-84B2-6903E371DB3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012127" y="4360800"/>
                  <a:ext cx="666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EF6003E-23F1-4163-AB0A-ED8C966D3ABD}"/>
                    </a:ext>
                  </a:extLst>
                </p14:cNvPr>
                <p14:cNvContentPartPr/>
                <p14:nvPr/>
              </p14:nvContentPartPr>
              <p14:xfrm>
                <a:off x="4923927" y="4557000"/>
                <a:ext cx="214560" cy="37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EF6003E-23F1-4163-AB0A-ED8C966D3AB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06287" y="4539000"/>
                  <a:ext cx="250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503A40F-36DB-4C2E-A83B-4B27A8BEEAB0}"/>
                    </a:ext>
                  </a:extLst>
                </p14:cNvPr>
                <p14:cNvContentPartPr/>
                <p14:nvPr/>
              </p14:nvContentPartPr>
              <p14:xfrm>
                <a:off x="5246847" y="4548000"/>
                <a:ext cx="154080" cy="204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503A40F-36DB-4C2E-A83B-4B27A8BEEAB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29207" y="4530000"/>
                  <a:ext cx="189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A7D5C5-8CD6-4D71-B678-764738EA805B}"/>
                    </a:ext>
                  </a:extLst>
                </p14:cNvPr>
                <p14:cNvContentPartPr/>
                <p14:nvPr/>
              </p14:nvContentPartPr>
              <p14:xfrm>
                <a:off x="5499207" y="4565280"/>
                <a:ext cx="158040" cy="164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A7D5C5-8CD6-4D71-B678-764738EA805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81207" y="4547640"/>
                  <a:ext cx="193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9C72519-F45E-430B-ABCB-53A88C3066DC}"/>
                    </a:ext>
                  </a:extLst>
                </p14:cNvPr>
                <p14:cNvContentPartPr/>
                <p14:nvPr/>
              </p14:nvContentPartPr>
              <p14:xfrm>
                <a:off x="5769927" y="4522440"/>
                <a:ext cx="123840" cy="184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9C72519-F45E-430B-ABCB-53A88C3066D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751927" y="4504440"/>
                  <a:ext cx="159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12355D1-5113-4134-9A28-4577FFF24D39}"/>
                    </a:ext>
                  </a:extLst>
                </p14:cNvPr>
                <p14:cNvContentPartPr/>
                <p14:nvPr/>
              </p14:nvContentPartPr>
              <p14:xfrm>
                <a:off x="6046407" y="4216080"/>
                <a:ext cx="234000" cy="498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12355D1-5113-4134-9A28-4577FFF24D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28767" y="4198080"/>
                  <a:ext cx="269640" cy="53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B74DD00-2303-45A1-9404-DB9947D066A6}"/>
              </a:ext>
            </a:extLst>
          </p:cNvPr>
          <p:cNvGrpSpPr/>
          <p:nvPr/>
        </p:nvGrpSpPr>
        <p:grpSpPr>
          <a:xfrm>
            <a:off x="1149327" y="5378880"/>
            <a:ext cx="366120" cy="441360"/>
            <a:chOff x="1149327" y="5378880"/>
            <a:chExt cx="36612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25D9004-517A-4716-846D-3391E0D73EDE}"/>
                    </a:ext>
                  </a:extLst>
                </p14:cNvPr>
                <p14:cNvContentPartPr/>
                <p14:nvPr/>
              </p14:nvContentPartPr>
              <p14:xfrm>
                <a:off x="1149327" y="5378880"/>
                <a:ext cx="243360" cy="174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25D9004-517A-4716-846D-3391E0D73E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31327" y="5361240"/>
                  <a:ext cx="279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F028ACC-B133-4C30-9156-223221D836C3}"/>
                    </a:ext>
                  </a:extLst>
                </p14:cNvPr>
                <p14:cNvContentPartPr/>
                <p14:nvPr/>
              </p14:nvContentPartPr>
              <p14:xfrm>
                <a:off x="1304847" y="5418840"/>
                <a:ext cx="36720" cy="401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F028ACC-B133-4C30-9156-223221D836C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87207" y="5401200"/>
                  <a:ext cx="7236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5E3717F-0CF7-4D80-B1C2-5B0343B859CA}"/>
                    </a:ext>
                  </a:extLst>
                </p14:cNvPr>
                <p14:cNvContentPartPr/>
                <p14:nvPr/>
              </p14:nvContentPartPr>
              <p14:xfrm>
                <a:off x="1493127" y="5656080"/>
                <a:ext cx="22320" cy="23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5E3717F-0CF7-4D80-B1C2-5B0343B859C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475487" y="5638080"/>
                  <a:ext cx="579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BC0683B-B3A6-41F1-BED3-4E2E7F99DFA1}"/>
              </a:ext>
            </a:extLst>
          </p:cNvPr>
          <p:cNvGrpSpPr/>
          <p:nvPr/>
        </p:nvGrpSpPr>
        <p:grpSpPr>
          <a:xfrm>
            <a:off x="1967247" y="5319840"/>
            <a:ext cx="3125160" cy="488520"/>
            <a:chOff x="1967247" y="5319840"/>
            <a:chExt cx="312516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8BD315A-904F-43C4-83EC-DE5AE7AE2DC6}"/>
                    </a:ext>
                  </a:extLst>
                </p14:cNvPr>
                <p14:cNvContentPartPr/>
                <p14:nvPr/>
              </p14:nvContentPartPr>
              <p14:xfrm>
                <a:off x="1967247" y="5324520"/>
                <a:ext cx="372960" cy="364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8BD315A-904F-43C4-83EC-DE5AE7AE2DC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49247" y="5306880"/>
                  <a:ext cx="4086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2B7092-5F14-4AC8-B7BE-04ECD72E82FC}"/>
                    </a:ext>
                  </a:extLst>
                </p14:cNvPr>
                <p14:cNvContentPartPr/>
                <p14:nvPr/>
              </p14:nvContentPartPr>
              <p14:xfrm>
                <a:off x="2466927" y="5497320"/>
                <a:ext cx="174600" cy="232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2B7092-5F14-4AC8-B7BE-04ECD72E82F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449287" y="5479680"/>
                  <a:ext cx="2102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085B372-A16D-4C4D-A1F1-3F9635A7AA0F}"/>
                    </a:ext>
                  </a:extLst>
                </p14:cNvPr>
                <p14:cNvContentPartPr/>
                <p14:nvPr/>
              </p14:nvContentPartPr>
              <p14:xfrm>
                <a:off x="2785527" y="5586240"/>
                <a:ext cx="114840" cy="195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085B372-A16D-4C4D-A1F1-3F9635A7AA0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67887" y="5568240"/>
                  <a:ext cx="1504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E8B519D-C81F-4A8B-A960-FF8F3C19FF85}"/>
                    </a:ext>
                  </a:extLst>
                </p14:cNvPr>
                <p14:cNvContentPartPr/>
                <p14:nvPr/>
              </p14:nvContentPartPr>
              <p14:xfrm>
                <a:off x="3008727" y="5337840"/>
                <a:ext cx="74160" cy="470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E8B519D-C81F-4A8B-A960-FF8F3C19FF8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91087" y="5319840"/>
                  <a:ext cx="10980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2DDE957-F348-467E-97BF-812C512FCC96}"/>
                    </a:ext>
                  </a:extLst>
                </p14:cNvPr>
                <p14:cNvContentPartPr/>
                <p14:nvPr/>
              </p14:nvContentPartPr>
              <p14:xfrm>
                <a:off x="2939607" y="5597400"/>
                <a:ext cx="277560" cy="40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2DDE957-F348-467E-97BF-812C512FCC9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21967" y="5579400"/>
                  <a:ext cx="313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8F2FFD7-BBDE-4B74-877D-A6A2257F1CDB}"/>
                    </a:ext>
                  </a:extLst>
                </p14:cNvPr>
                <p14:cNvContentPartPr/>
                <p14:nvPr/>
              </p14:nvContentPartPr>
              <p14:xfrm>
                <a:off x="3187647" y="5574720"/>
                <a:ext cx="163800" cy="205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8F2FFD7-BBDE-4B74-877D-A6A2257F1CD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70007" y="5556720"/>
                  <a:ext cx="1994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BBB41C5-13C3-4EBB-B141-89196F5DCE71}"/>
                    </a:ext>
                  </a:extLst>
                </p14:cNvPr>
                <p14:cNvContentPartPr/>
                <p14:nvPr/>
              </p14:nvContentPartPr>
              <p14:xfrm>
                <a:off x="3437847" y="5606040"/>
                <a:ext cx="185040" cy="144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BBB41C5-13C3-4EBB-B141-89196F5DCE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19847" y="5588040"/>
                  <a:ext cx="220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8D0C5A6-6C2B-40DE-9AB2-ACCBA99F368D}"/>
                    </a:ext>
                  </a:extLst>
                </p14:cNvPr>
                <p14:cNvContentPartPr/>
                <p14:nvPr/>
              </p14:nvContentPartPr>
              <p14:xfrm>
                <a:off x="3730167" y="5591280"/>
                <a:ext cx="111240" cy="98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8D0C5A6-6C2B-40DE-9AB2-ACCBA99F368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12167" y="5573280"/>
                  <a:ext cx="146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DF9D2B6-654E-4C8C-9B10-B6FF512A44CD}"/>
                    </a:ext>
                  </a:extLst>
                </p14:cNvPr>
                <p14:cNvContentPartPr/>
                <p14:nvPr/>
              </p14:nvContentPartPr>
              <p14:xfrm>
                <a:off x="3952647" y="5326320"/>
                <a:ext cx="61920" cy="429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DF9D2B6-654E-4C8C-9B10-B6FF512A44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935007" y="5308680"/>
                  <a:ext cx="9756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B06523-F470-414E-B65E-3E2315B420A7}"/>
                    </a:ext>
                  </a:extLst>
                </p14:cNvPr>
                <p14:cNvContentPartPr/>
                <p14:nvPr/>
              </p14:nvContentPartPr>
              <p14:xfrm>
                <a:off x="3857967" y="5563560"/>
                <a:ext cx="221040" cy="23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AB06523-F470-414E-B65E-3E2315B420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39967" y="5545920"/>
                  <a:ext cx="2566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23A25D6-1D5E-4FBA-92B7-6BE974F0925B}"/>
                    </a:ext>
                  </a:extLst>
                </p14:cNvPr>
                <p14:cNvContentPartPr/>
                <p14:nvPr/>
              </p14:nvContentPartPr>
              <p14:xfrm>
                <a:off x="4117887" y="5558880"/>
                <a:ext cx="149400" cy="190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23A25D6-1D5E-4FBA-92B7-6BE974F0925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00247" y="5540880"/>
                  <a:ext cx="185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5C2E6B8-757D-42A3-A481-B44719D2D9F0}"/>
                    </a:ext>
                  </a:extLst>
                </p14:cNvPr>
                <p14:cNvContentPartPr/>
                <p14:nvPr/>
              </p14:nvContentPartPr>
              <p14:xfrm>
                <a:off x="4317687" y="5566800"/>
                <a:ext cx="143640" cy="209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5C2E6B8-757D-42A3-A481-B44719D2D9F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300047" y="5548800"/>
                  <a:ext cx="1792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F49C0E2-303C-4EEF-B7D0-78A5F1B71966}"/>
                    </a:ext>
                  </a:extLst>
                </p14:cNvPr>
                <p14:cNvContentPartPr/>
                <p14:nvPr/>
              </p14:nvContentPartPr>
              <p14:xfrm>
                <a:off x="4583367" y="5573640"/>
                <a:ext cx="219240" cy="194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49C0E2-303C-4EEF-B7D0-78A5F1B7196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565727" y="5556000"/>
                  <a:ext cx="254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5B8EDB6-5B0E-49B5-844E-755AC00DE069}"/>
                    </a:ext>
                  </a:extLst>
                </p14:cNvPr>
                <p14:cNvContentPartPr/>
                <p14:nvPr/>
              </p14:nvContentPartPr>
              <p14:xfrm>
                <a:off x="4809447" y="5319840"/>
                <a:ext cx="282960" cy="396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5B8EDB6-5B0E-49B5-844E-755AC00DE06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91807" y="5301840"/>
                  <a:ext cx="318600" cy="43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3805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B441DF-B7E8-420B-8C3C-A6E498EF87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55"/>
              </a:spcBef>
            </a:pPr>
            <a:fld id="{81D60167-4931-47E6-BA6A-407CBD079E47}" type="slidenum">
              <a:rPr lang="en-US" smtClean="0"/>
              <a:pPr marL="38100">
                <a:spcBef>
                  <a:spcPts val="55"/>
                </a:spcBef>
              </a:pPr>
              <a:t>10</a:t>
            </a:fld>
            <a:endParaRPr lang="en-US" dirty="0"/>
          </a:p>
        </p:txBody>
      </p:sp>
      <p:pic>
        <p:nvPicPr>
          <p:cNvPr id="1026" name="Picture 2" descr="Types of Data">
            <a:extLst>
              <a:ext uri="{FF2B5EF4-FFF2-40B4-BE49-F238E27FC236}">
                <a16:creationId xmlns:a16="http://schemas.microsoft.com/office/drawing/2014/main" id="{3511F909-354E-4B53-A4AD-6E25CC2CF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81" y="2133600"/>
            <a:ext cx="842903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059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9DE617-86C4-4845-8F38-5B741CDF10F3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Velocity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54BED18-B3E3-4DE3-925F-A4109F25989A}"/>
              </a:ext>
            </a:extLst>
          </p:cNvPr>
          <p:cNvSpPr txBox="1"/>
          <p:nvPr/>
        </p:nvSpPr>
        <p:spPr>
          <a:xfrm>
            <a:off x="302419" y="1143000"/>
            <a:ext cx="8691562" cy="487954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400" dirty="0">
                <a:latin typeface="Calibri"/>
                <a:cs typeface="Calibri"/>
              </a:rPr>
              <a:t>How quickly the data is arriving and stored and its associated retrieval rate.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400" dirty="0">
                <a:latin typeface="Calibri"/>
                <a:cs typeface="Calibri"/>
              </a:rPr>
              <a:t>Volumes of data are a consequence of how quickly the data arrives.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400" dirty="0">
                <a:latin typeface="Calibri"/>
                <a:cs typeface="Calibri"/>
              </a:rPr>
              <a:t>In these days, data arrives in form of a stream – data from RFID sensors.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These data streams should be processed in near real time to identify a pattern or a problem. 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400" dirty="0">
                <a:latin typeface="Calibri"/>
                <a:cs typeface="Calibri"/>
              </a:rPr>
              <a:t>Traditional systems cannot handle data streams since they are designed to running queries over relatively static data.</a:t>
            </a:r>
          </a:p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With data streams, continuous queries have to be executed allowing us to gain insights while data is still in motion, not just after it is at rest.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A16DBA-31FB-4331-885F-383AC2758E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FE4849-0627-4C70-82C4-868B9A1A6724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Another V … Veracity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951A0946-CA5B-40B4-A579-A1B47812F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" y="1371600"/>
            <a:ext cx="8105569" cy="4528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3CF6B0-EC17-4D38-A8E1-4F29B97A6B56}"/>
              </a:ext>
            </a:extLst>
          </p:cNvPr>
          <p:cNvSpPr txBox="1"/>
          <p:nvPr/>
        </p:nvSpPr>
        <p:spPr>
          <a:xfrm>
            <a:off x="685799" y="5900466"/>
            <a:ext cx="7892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Source: http://www.ibmbigdatahub.com/infographic/four-vs-big-data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33E6E-D9DB-47A7-A8F7-362DCA87C5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75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83569-94C7-4111-9F8B-B897B0DBD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219200"/>
            <a:ext cx="5562600" cy="5562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F4E1DE-7808-45D0-B90B-D024ED38219B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… and More V’s (Six V’s of Big Data)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90371D-0CDB-49F3-9CCA-9299896CE7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2DE9A22-190B-4A6B-A273-C50A2465F0F0}"/>
                  </a:ext>
                </a:extLst>
              </p14:cNvPr>
              <p14:cNvContentPartPr/>
              <p14:nvPr/>
            </p14:nvContentPartPr>
            <p14:xfrm>
              <a:off x="3999807" y="3502200"/>
              <a:ext cx="205560" cy="451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2DE9A22-190B-4A6B-A273-C50A2465F0F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81807" y="3484560"/>
                <a:ext cx="241200" cy="48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085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362" y="1347469"/>
            <a:ext cx="7520305" cy="5117811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36550" marR="701675" indent="-324485">
              <a:lnSpc>
                <a:spcPct val="100800"/>
              </a:lnSpc>
              <a:spcBef>
                <a:spcPts val="70"/>
              </a:spcBef>
              <a:buClr>
                <a:srgbClr val="EFAC00"/>
              </a:buClr>
              <a:buSzPct val="79166"/>
              <a:buFont typeface="Wingdings 2"/>
              <a:buChar char=""/>
              <a:tabLst>
                <a:tab pos="337185" algn="l"/>
              </a:tabLst>
            </a:pPr>
            <a:r>
              <a:rPr lang="en-AU" sz="3600" b="1" spc="5" dirty="0">
                <a:solidFill>
                  <a:srgbClr val="FF0066"/>
                </a:solidFill>
                <a:latin typeface="Calibri"/>
                <a:cs typeface="Calibri"/>
              </a:rPr>
              <a:t>Extracting knowledge from data</a:t>
            </a:r>
            <a:endParaRPr sz="36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3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3200" b="1" spc="5" dirty="0">
                <a:latin typeface="Calibri"/>
                <a:cs typeface="Calibri"/>
              </a:rPr>
              <a:t>Stored</a:t>
            </a:r>
            <a:r>
              <a:rPr sz="3200" b="1" spc="-135" dirty="0">
                <a:latin typeface="Calibri"/>
                <a:cs typeface="Calibri"/>
              </a:rPr>
              <a:t> </a:t>
            </a:r>
            <a:r>
              <a:rPr sz="3200" b="1" spc="-15" dirty="0">
                <a:latin typeface="Calibri"/>
                <a:cs typeface="Calibri"/>
              </a:rPr>
              <a:t>(systems)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81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3200" b="1" spc="10" dirty="0">
                <a:latin typeface="Calibri"/>
                <a:cs typeface="Calibri"/>
              </a:rPr>
              <a:t>Managed</a:t>
            </a:r>
            <a:r>
              <a:rPr sz="3200" b="1" spc="-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(databases)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819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3200" b="1" spc="10" dirty="0">
                <a:latin typeface="Calibri"/>
                <a:cs typeface="Calibri"/>
              </a:rPr>
              <a:t>And </a:t>
            </a:r>
            <a:r>
              <a:rPr sz="3200" b="1" spc="-30" dirty="0">
                <a:solidFill>
                  <a:srgbClr val="0000FF"/>
                </a:solidFill>
                <a:latin typeface="Calibri"/>
                <a:cs typeface="Calibri"/>
              </a:rPr>
              <a:t>ANALYZED </a:t>
            </a:r>
            <a:r>
              <a:rPr sz="3200" spc="25" dirty="0">
                <a:latin typeface="Wingdings"/>
                <a:cs typeface="Wingdings"/>
              </a:rPr>
              <a:t>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b="1" spc="15" dirty="0">
                <a:latin typeface="Calibri"/>
                <a:cs typeface="Calibri"/>
              </a:rPr>
              <a:t>this</a:t>
            </a:r>
            <a:r>
              <a:rPr sz="3200" b="1" spc="-315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class</a:t>
            </a:r>
            <a:endParaRPr sz="3200" dirty="0">
              <a:latin typeface="Calibri"/>
              <a:cs typeface="Calibri"/>
            </a:endParaRPr>
          </a:p>
          <a:p>
            <a:pPr marL="1404620" marR="915035" algn="ctr">
              <a:lnSpc>
                <a:spcPct val="101400"/>
              </a:lnSpc>
              <a:spcBef>
                <a:spcPts val="2480"/>
              </a:spcBef>
            </a:pPr>
            <a:r>
              <a:rPr sz="3950" b="1" spc="15" dirty="0">
                <a:solidFill>
                  <a:srgbClr val="0000FF"/>
                </a:solidFill>
                <a:latin typeface="Calibri"/>
                <a:cs typeface="Calibri"/>
              </a:rPr>
              <a:t>Big </a:t>
            </a:r>
            <a:r>
              <a:rPr sz="3950" b="1" spc="-30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lang="en-AU" sz="3950" b="1" spc="-30" dirty="0">
                <a:solidFill>
                  <a:srgbClr val="0000FF"/>
                </a:solidFill>
                <a:latin typeface="Calibri"/>
                <a:cs typeface="Calibri"/>
              </a:rPr>
              <a:t> Analytics</a:t>
            </a:r>
            <a:r>
              <a:rPr sz="395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950" b="1" spc="10" dirty="0">
                <a:solidFill>
                  <a:srgbClr val="0000FF"/>
                </a:solidFill>
                <a:latin typeface="Calibri"/>
                <a:cs typeface="Calibri"/>
              </a:rPr>
              <a:t>≈  </a:t>
            </a:r>
            <a:r>
              <a:rPr sz="3950" b="1" spc="-5" dirty="0">
                <a:solidFill>
                  <a:srgbClr val="0000FF"/>
                </a:solidFill>
                <a:latin typeface="Calibri"/>
                <a:cs typeface="Calibri"/>
              </a:rPr>
              <a:t>Predictive Analytics</a:t>
            </a:r>
            <a:r>
              <a:rPr sz="3950" b="1" spc="3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950" b="1" spc="10" dirty="0">
                <a:solidFill>
                  <a:srgbClr val="0000FF"/>
                </a:solidFill>
                <a:latin typeface="Calibri"/>
                <a:cs typeface="Calibri"/>
              </a:rPr>
              <a:t>≈</a:t>
            </a:r>
            <a:endParaRPr sz="3950" dirty="0">
              <a:latin typeface="Calibri"/>
              <a:cs typeface="Calibri"/>
            </a:endParaRPr>
          </a:p>
          <a:p>
            <a:pPr marL="476250" algn="ctr">
              <a:lnSpc>
                <a:spcPct val="100000"/>
              </a:lnSpc>
              <a:spcBef>
                <a:spcPts val="65"/>
              </a:spcBef>
            </a:pPr>
            <a:r>
              <a:rPr sz="3950" b="1" spc="-25" dirty="0">
                <a:solidFill>
                  <a:srgbClr val="0000FF"/>
                </a:solidFill>
                <a:latin typeface="Calibri"/>
                <a:cs typeface="Calibri"/>
              </a:rPr>
              <a:t>Data </a:t>
            </a:r>
            <a:r>
              <a:rPr sz="3950" b="1" spc="5" dirty="0">
                <a:solidFill>
                  <a:srgbClr val="0000FF"/>
                </a:solidFill>
                <a:latin typeface="Calibri"/>
                <a:cs typeface="Calibri"/>
              </a:rPr>
              <a:t>Science </a:t>
            </a:r>
            <a:r>
              <a:rPr sz="3950" b="1" spc="10" dirty="0">
                <a:solidFill>
                  <a:srgbClr val="0000FF"/>
                </a:solidFill>
                <a:latin typeface="Calibri"/>
                <a:cs typeface="Calibri"/>
              </a:rPr>
              <a:t>≈ </a:t>
            </a:r>
            <a:r>
              <a:rPr lang="en-AU" sz="3950" b="1" spc="10" dirty="0">
                <a:solidFill>
                  <a:srgbClr val="0000FF"/>
                </a:solidFill>
                <a:latin typeface="Calibri"/>
                <a:cs typeface="Calibri"/>
              </a:rPr>
              <a:t>Data Mining</a:t>
            </a:r>
            <a:r>
              <a:rPr lang="en-US" sz="3950" b="1" spc="10" dirty="0">
                <a:solidFill>
                  <a:srgbClr val="0000FF"/>
                </a:solidFill>
                <a:latin typeface="Calibri"/>
                <a:cs typeface="Calibri"/>
              </a:rPr>
              <a:t> ≈</a:t>
            </a:r>
            <a:r>
              <a:rPr lang="en-AU" sz="395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950" b="1" spc="-5" dirty="0">
                <a:solidFill>
                  <a:srgbClr val="0000FF"/>
                </a:solidFill>
                <a:latin typeface="Calibri"/>
                <a:cs typeface="Calibri"/>
              </a:rPr>
              <a:t>Machine</a:t>
            </a:r>
            <a:r>
              <a:rPr sz="3950" b="1" spc="4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950" b="1" dirty="0">
                <a:solidFill>
                  <a:srgbClr val="0000FF"/>
                </a:solidFill>
                <a:latin typeface="Calibri"/>
                <a:cs typeface="Calibri"/>
              </a:rPr>
              <a:t>Learning</a:t>
            </a:r>
            <a:endParaRPr sz="39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2110" y="6713609"/>
            <a:ext cx="13462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endParaRPr sz="9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E25C17-9289-4FA2-89C3-C8213CB1CB77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Data Analytics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F3477C-CB1B-40F9-8249-E4D5796C43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362" y="1347787"/>
            <a:ext cx="8224838" cy="474104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6550" marR="365125" indent="-324485">
              <a:lnSpc>
                <a:spcPct val="100400"/>
              </a:lnSpc>
              <a:spcBef>
                <a:spcPts val="11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b="1" i="1" spc="15" dirty="0">
                <a:solidFill>
                  <a:srgbClr val="FF0000"/>
                </a:solidFill>
                <a:latin typeface="Calibri"/>
                <a:cs typeface="Calibri"/>
              </a:rPr>
              <a:t>Big </a:t>
            </a:r>
            <a:r>
              <a:rPr sz="3200" b="1" i="1" spc="15" dirty="0">
                <a:solidFill>
                  <a:srgbClr val="FF0000"/>
                </a:solidFill>
                <a:latin typeface="Calibri"/>
                <a:cs typeface="Calibri"/>
              </a:rPr>
              <a:t>Data </a:t>
            </a:r>
            <a:r>
              <a:rPr lang="en-AU" sz="3200" b="1" i="1" spc="30" dirty="0">
                <a:solidFill>
                  <a:srgbClr val="FF0000"/>
                </a:solidFill>
                <a:latin typeface="Calibri"/>
                <a:cs typeface="Calibri"/>
              </a:rPr>
              <a:t>Analytics</a:t>
            </a:r>
            <a:r>
              <a:rPr sz="3200" b="1" i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= </a:t>
            </a:r>
            <a:r>
              <a:rPr sz="3200" b="1" spc="-5" dirty="0">
                <a:latin typeface="Calibri"/>
                <a:cs typeface="Calibri"/>
              </a:rPr>
              <a:t>extraction </a:t>
            </a:r>
            <a:r>
              <a:rPr sz="3200" b="1" spc="10" dirty="0">
                <a:latin typeface="Calibri"/>
                <a:cs typeface="Calibri"/>
              </a:rPr>
              <a:t>of actionable  </a:t>
            </a:r>
            <a:r>
              <a:rPr sz="3200" b="1" spc="5" dirty="0">
                <a:latin typeface="Calibri"/>
                <a:cs typeface="Calibri"/>
              </a:rPr>
              <a:t>information </a:t>
            </a:r>
            <a:r>
              <a:rPr sz="3200" b="1" spc="-10" dirty="0">
                <a:latin typeface="Calibri"/>
                <a:cs typeface="Calibri"/>
              </a:rPr>
              <a:t>from </a:t>
            </a:r>
            <a:r>
              <a:rPr sz="3200" b="1" spc="5" dirty="0">
                <a:latin typeface="Calibri"/>
                <a:cs typeface="Calibri"/>
              </a:rPr>
              <a:t>(usually) </a:t>
            </a:r>
            <a:r>
              <a:rPr sz="3200" b="1" dirty="0">
                <a:latin typeface="Calibri"/>
                <a:cs typeface="Calibri"/>
              </a:rPr>
              <a:t>very large  </a:t>
            </a:r>
            <a:r>
              <a:rPr sz="3200" b="1" spc="5" dirty="0">
                <a:latin typeface="Calibri"/>
                <a:cs typeface="Calibri"/>
              </a:rPr>
              <a:t>datasets,</a:t>
            </a:r>
            <a:r>
              <a:rPr sz="3200" b="1" spc="-145" dirty="0">
                <a:latin typeface="Calibri"/>
                <a:cs typeface="Calibri"/>
              </a:rPr>
              <a:t> </a:t>
            </a:r>
            <a:r>
              <a:rPr sz="3200" b="1" spc="20" dirty="0">
                <a:latin typeface="Calibri"/>
                <a:cs typeface="Calibri"/>
              </a:rPr>
              <a:t>is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the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subject</a:t>
            </a:r>
            <a:r>
              <a:rPr sz="3200" b="1" spc="-125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of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extreme</a:t>
            </a:r>
            <a:r>
              <a:rPr sz="3200" b="1" spc="-17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hype,  </a:t>
            </a:r>
            <a:r>
              <a:rPr sz="3200" b="1" spc="-50" dirty="0">
                <a:latin typeface="Calibri"/>
                <a:cs typeface="Calibri"/>
              </a:rPr>
              <a:t>fear, </a:t>
            </a:r>
            <a:r>
              <a:rPr sz="3200" b="1" spc="5" dirty="0">
                <a:latin typeface="Calibri"/>
                <a:cs typeface="Calibri"/>
              </a:rPr>
              <a:t>and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interest</a:t>
            </a:r>
            <a:endParaRPr sz="3200" dirty="0">
              <a:latin typeface="Calibri"/>
              <a:cs typeface="Calibri"/>
            </a:endParaRPr>
          </a:p>
          <a:p>
            <a:pPr marL="336550" indent="-324485">
              <a:lnSpc>
                <a:spcPts val="3835"/>
              </a:lnSpc>
              <a:spcBef>
                <a:spcPts val="254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spc="-30" dirty="0">
                <a:latin typeface="Calibri"/>
                <a:cs typeface="Calibri"/>
              </a:rPr>
              <a:t>It’s </a:t>
            </a:r>
            <a:r>
              <a:rPr sz="3200" spc="25" dirty="0">
                <a:latin typeface="Calibri"/>
                <a:cs typeface="Calibri"/>
              </a:rPr>
              <a:t>not </a:t>
            </a:r>
            <a:r>
              <a:rPr sz="3200" spc="15" dirty="0">
                <a:latin typeface="Calibri"/>
                <a:cs typeface="Calibri"/>
              </a:rPr>
              <a:t>all </a:t>
            </a:r>
            <a:r>
              <a:rPr sz="3200" spc="30" dirty="0">
                <a:latin typeface="Calibri"/>
                <a:cs typeface="Calibri"/>
              </a:rPr>
              <a:t>about </a:t>
            </a:r>
            <a:r>
              <a:rPr sz="3200" spc="20" dirty="0">
                <a:latin typeface="Calibri"/>
                <a:cs typeface="Calibri"/>
              </a:rPr>
              <a:t>machine</a:t>
            </a:r>
            <a:r>
              <a:rPr sz="3200" spc="-459" dirty="0">
                <a:latin typeface="Calibri"/>
                <a:cs typeface="Calibri"/>
              </a:rPr>
              <a:t> </a:t>
            </a:r>
            <a:r>
              <a:rPr sz="3200" spc="20" dirty="0">
                <a:latin typeface="Calibri"/>
                <a:cs typeface="Calibri"/>
              </a:rPr>
              <a:t>learning</a:t>
            </a:r>
            <a:endParaRPr sz="3200" dirty="0">
              <a:latin typeface="Calibri"/>
              <a:cs typeface="Calibri"/>
            </a:endParaRPr>
          </a:p>
          <a:p>
            <a:pPr marL="336550" indent="-324485">
              <a:lnSpc>
                <a:spcPts val="383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spc="10" dirty="0">
                <a:solidFill>
                  <a:srgbClr val="FF0000"/>
                </a:solidFill>
                <a:latin typeface="Calibri"/>
                <a:cs typeface="Calibri"/>
              </a:rPr>
              <a:t>We will focus on </a:t>
            </a:r>
          </a:p>
          <a:p>
            <a:pPr marL="793750" lvl="1" indent="-324485">
              <a:lnSpc>
                <a:spcPts val="383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spc="10" dirty="0">
                <a:latin typeface="Calibri"/>
                <a:cs typeface="Calibri"/>
              </a:rPr>
              <a:t>Big Data Processing Platform </a:t>
            </a:r>
          </a:p>
          <a:p>
            <a:pPr marL="1250950" lvl="2" indent="-324485">
              <a:lnSpc>
                <a:spcPts val="383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spc="10" dirty="0">
                <a:latin typeface="Calibri"/>
                <a:cs typeface="Calibri"/>
              </a:rPr>
              <a:t>Apache Hadoop, Spark, NoSQL Database</a:t>
            </a:r>
          </a:p>
          <a:p>
            <a:pPr marL="793750" lvl="1" indent="-324485">
              <a:lnSpc>
                <a:spcPts val="3835"/>
              </a:lnSpc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lang="en-AU" sz="3200" spc="10" dirty="0">
                <a:latin typeface="Calibri"/>
                <a:cs typeface="Calibri"/>
              </a:rPr>
              <a:t>Algorithms that scale (Parallelizable)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55151-9FEC-4258-87EE-ACE0496A186A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FF00"/>
                </a:solidFill>
                <a:latin typeface="Palatino Linotype" panose="02040502050505030304" pitchFamily="18" charset="0"/>
              </a:rPr>
              <a:t>Big Data Analytics</a:t>
            </a:r>
            <a:endParaRPr lang="en-US" sz="4000" b="1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00FAB4-28F6-4FC5-B313-ED88A0FAAE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57580" y="3324840"/>
            <a:ext cx="3909695" cy="200088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88925" indent="-276860">
              <a:lnSpc>
                <a:spcPct val="100000"/>
              </a:lnSpc>
              <a:spcBef>
                <a:spcPts val="85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b="1" spc="10" dirty="0">
                <a:solidFill>
                  <a:srgbClr val="0000FF"/>
                </a:solidFill>
                <a:latin typeface="Calibri"/>
                <a:cs typeface="Calibri"/>
              </a:rPr>
              <a:t>Algorithms</a:t>
            </a:r>
            <a:endParaRPr sz="2750">
              <a:latin typeface="Calibri"/>
              <a:cs typeface="Calibri"/>
            </a:endParaRPr>
          </a:p>
          <a:p>
            <a:pPr marL="2889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b="1" spc="15" dirty="0">
                <a:solidFill>
                  <a:srgbClr val="0000FF"/>
                </a:solidFill>
                <a:latin typeface="Calibri"/>
                <a:cs typeface="Calibri"/>
              </a:rPr>
              <a:t>Computing</a:t>
            </a:r>
            <a:r>
              <a:rPr sz="275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00FF"/>
                </a:solidFill>
                <a:latin typeface="Calibri"/>
                <a:cs typeface="Calibri"/>
              </a:rPr>
              <a:t>architectures</a:t>
            </a:r>
            <a:endParaRPr sz="2750">
              <a:latin typeface="Calibri"/>
              <a:cs typeface="Calibri"/>
            </a:endParaRPr>
          </a:p>
          <a:p>
            <a:pPr marL="288925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289560" algn="l"/>
              </a:tabLst>
            </a:pPr>
            <a:r>
              <a:rPr sz="2750" spc="5" dirty="0">
                <a:latin typeface="Calibri"/>
                <a:cs typeface="Calibri"/>
              </a:rPr>
              <a:t>Automation </a:t>
            </a:r>
            <a:r>
              <a:rPr sz="2750" spc="-15" dirty="0">
                <a:latin typeface="Calibri"/>
                <a:cs typeface="Calibri"/>
              </a:rPr>
              <a:t>for</a:t>
            </a:r>
            <a:r>
              <a:rPr sz="2750" spc="10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handling</a:t>
            </a:r>
            <a:endParaRPr sz="2750">
              <a:latin typeface="Calibri"/>
              <a:cs typeface="Calibri"/>
            </a:endParaRPr>
          </a:p>
          <a:p>
            <a:pPr marL="288925">
              <a:lnSpc>
                <a:spcPct val="100000"/>
              </a:lnSpc>
              <a:spcBef>
                <a:spcPts val="80"/>
              </a:spcBef>
            </a:pPr>
            <a:r>
              <a:rPr sz="2750" b="1" spc="5" dirty="0">
                <a:solidFill>
                  <a:srgbClr val="0000FF"/>
                </a:solidFill>
                <a:latin typeface="Calibri"/>
                <a:cs typeface="Calibri"/>
              </a:rPr>
              <a:t>large</a:t>
            </a:r>
            <a:r>
              <a:rPr sz="2750" b="1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50" b="1" spc="5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2476" y="2770251"/>
            <a:ext cx="3746500" cy="37940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34605" y="3279838"/>
            <a:ext cx="882015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">
              <a:lnSpc>
                <a:spcPct val="153000"/>
              </a:lnSpc>
              <a:spcBef>
                <a:spcPts val="100"/>
              </a:spcBef>
            </a:pPr>
            <a:r>
              <a:rPr sz="1800" spc="15" dirty="0">
                <a:latin typeface="Corbel"/>
                <a:cs typeface="Corbel"/>
              </a:rPr>
              <a:t>Machine  </a:t>
            </a:r>
            <a:r>
              <a:rPr sz="1800" spc="35" dirty="0">
                <a:latin typeface="Corbel"/>
                <a:cs typeface="Corbel"/>
              </a:rPr>
              <a:t>L</a:t>
            </a:r>
            <a:r>
              <a:rPr sz="1800" dirty="0">
                <a:latin typeface="Corbel"/>
                <a:cs typeface="Corbel"/>
              </a:rPr>
              <a:t>e</a:t>
            </a:r>
            <a:r>
              <a:rPr sz="1800" spc="20" dirty="0">
                <a:latin typeface="Corbel"/>
                <a:cs typeface="Corbel"/>
              </a:rPr>
              <a:t>a</a:t>
            </a:r>
            <a:r>
              <a:rPr sz="1800" dirty="0">
                <a:latin typeface="Corbel"/>
                <a:cs typeface="Corbel"/>
              </a:rPr>
              <a:t>r</a:t>
            </a:r>
            <a:r>
              <a:rPr sz="1800" spc="25" dirty="0">
                <a:latin typeface="Corbel"/>
                <a:cs typeface="Corbel"/>
              </a:rPr>
              <a:t>n</a:t>
            </a:r>
            <a:r>
              <a:rPr sz="1800" spc="30" dirty="0">
                <a:latin typeface="Corbel"/>
                <a:cs typeface="Corbel"/>
              </a:rPr>
              <a:t>i</a:t>
            </a:r>
            <a:r>
              <a:rPr sz="1800" spc="20" dirty="0">
                <a:latin typeface="Corbel"/>
                <a:cs typeface="Corbel"/>
              </a:rPr>
              <a:t>n</a:t>
            </a:r>
            <a:r>
              <a:rPr sz="1800" dirty="0">
                <a:latin typeface="Corbel"/>
                <a:cs typeface="Corbel"/>
              </a:rPr>
              <a:t>g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362" y="1347787"/>
            <a:ext cx="7988300" cy="233362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36550" marR="5080" indent="-324485">
              <a:lnSpc>
                <a:spcPts val="3829"/>
              </a:lnSpc>
              <a:spcBef>
                <a:spcPts val="26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0" dirty="0">
                <a:latin typeface="Calibri"/>
                <a:cs typeface="Calibri"/>
              </a:rPr>
              <a:t>This </a:t>
            </a:r>
            <a:r>
              <a:rPr sz="3200" b="1" spc="15" dirty="0">
                <a:latin typeface="Calibri"/>
                <a:cs typeface="Calibri"/>
              </a:rPr>
              <a:t>combines </a:t>
            </a:r>
            <a:r>
              <a:rPr sz="3200" b="1" spc="10" dirty="0">
                <a:latin typeface="Calibri"/>
                <a:cs typeface="Calibri"/>
              </a:rPr>
              <a:t>best of machine </a:t>
            </a:r>
            <a:r>
              <a:rPr sz="3200" b="1" spc="15" dirty="0">
                <a:latin typeface="Calibri"/>
                <a:cs typeface="Calibri"/>
              </a:rPr>
              <a:t>learning,  </a:t>
            </a:r>
            <a:r>
              <a:rPr sz="3200" b="1" spc="10" dirty="0">
                <a:latin typeface="Calibri"/>
                <a:cs typeface="Calibri"/>
              </a:rPr>
              <a:t>statistics,</a:t>
            </a:r>
            <a:r>
              <a:rPr sz="3200" b="1" spc="-280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artificial</a:t>
            </a:r>
            <a:r>
              <a:rPr sz="3200" b="1" spc="-165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intelligence,</a:t>
            </a:r>
            <a:r>
              <a:rPr sz="3200" b="1" spc="-204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databases</a:t>
            </a:r>
            <a:r>
              <a:rPr sz="3200" b="1" spc="-204" dirty="0">
                <a:latin typeface="Calibri"/>
                <a:cs typeface="Calibri"/>
              </a:rPr>
              <a:t> </a:t>
            </a:r>
            <a:r>
              <a:rPr sz="3200" b="1" spc="5" dirty="0">
                <a:latin typeface="Calibri"/>
                <a:cs typeface="Calibri"/>
              </a:rPr>
              <a:t>but  more stress</a:t>
            </a:r>
            <a:r>
              <a:rPr sz="3200" b="1" spc="-175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9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b="1" spc="-5" dirty="0">
                <a:solidFill>
                  <a:srgbClr val="0000FF"/>
                </a:solidFill>
                <a:latin typeface="Calibri"/>
                <a:cs typeface="Calibri"/>
              </a:rPr>
              <a:t>Scalability </a:t>
            </a:r>
            <a:r>
              <a:rPr sz="2750" spc="-15" dirty="0">
                <a:latin typeface="Calibri"/>
                <a:cs typeface="Calibri"/>
              </a:rPr>
              <a:t>(big</a:t>
            </a:r>
            <a:r>
              <a:rPr sz="2750" spc="-2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data)</a:t>
            </a:r>
            <a:endParaRPr sz="2750">
              <a:latin typeface="Calibri"/>
              <a:cs typeface="Calibri"/>
            </a:endParaRPr>
          </a:p>
          <a:p>
            <a:pPr marL="5274945">
              <a:lnSpc>
                <a:spcPct val="100000"/>
              </a:lnSpc>
              <a:spcBef>
                <a:spcPts val="370"/>
              </a:spcBef>
            </a:pPr>
            <a:r>
              <a:rPr sz="1800" spc="-5" dirty="0">
                <a:latin typeface="Corbel"/>
                <a:cs typeface="Corbel"/>
              </a:rPr>
              <a:t>Theory,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05221" y="3657536"/>
            <a:ext cx="1088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Algorithms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0650" y="4664646"/>
            <a:ext cx="1204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rbel"/>
                <a:cs typeface="Corbel"/>
              </a:rPr>
              <a:t>Data</a:t>
            </a:r>
            <a:r>
              <a:rPr sz="1800" spc="-45" dirty="0">
                <a:latin typeface="Corbel"/>
                <a:cs typeface="Corbel"/>
              </a:rPr>
              <a:t> </a:t>
            </a:r>
            <a:r>
              <a:rPr sz="1800" spc="20" dirty="0">
                <a:latin typeface="Corbel"/>
                <a:cs typeface="Corbel"/>
              </a:rPr>
              <a:t>Mining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2470" y="5609590"/>
            <a:ext cx="930910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spc="-10" dirty="0">
                <a:latin typeface="Corbel"/>
                <a:cs typeface="Corbel"/>
              </a:rPr>
              <a:t>D</a:t>
            </a:r>
            <a:r>
              <a:rPr sz="1800" spc="15" dirty="0">
                <a:latin typeface="Corbel"/>
                <a:cs typeface="Corbel"/>
              </a:rPr>
              <a:t>a</a:t>
            </a:r>
            <a:r>
              <a:rPr sz="1800" spc="-25" dirty="0">
                <a:latin typeface="Corbel"/>
                <a:cs typeface="Corbel"/>
              </a:rPr>
              <a:t>t</a:t>
            </a:r>
            <a:r>
              <a:rPr sz="1800" spc="15" dirty="0">
                <a:latin typeface="Corbel"/>
                <a:cs typeface="Corbel"/>
              </a:rPr>
              <a:t>a</a:t>
            </a:r>
            <a:r>
              <a:rPr sz="1800" spc="5" dirty="0">
                <a:latin typeface="Corbel"/>
                <a:cs typeface="Corbel"/>
              </a:rPr>
              <a:t>b</a:t>
            </a:r>
            <a:r>
              <a:rPr sz="1800" spc="15" dirty="0">
                <a:latin typeface="Corbel"/>
                <a:cs typeface="Corbel"/>
              </a:rPr>
              <a:t>a</a:t>
            </a:r>
            <a:r>
              <a:rPr sz="1800" spc="20" dirty="0">
                <a:latin typeface="Corbel"/>
                <a:cs typeface="Corbel"/>
              </a:rPr>
              <a:t>s</a:t>
            </a:r>
            <a:r>
              <a:rPr sz="1800" dirty="0">
                <a:latin typeface="Corbel"/>
                <a:cs typeface="Corbel"/>
              </a:rPr>
              <a:t>e  </a:t>
            </a:r>
            <a:r>
              <a:rPr sz="1800" spc="5" dirty="0">
                <a:latin typeface="Corbel"/>
                <a:cs typeface="Corbel"/>
              </a:rPr>
              <a:t>systems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5FB5E7-E26A-4927-82A7-0DDD239BB20A}"/>
              </a:ext>
            </a:extLst>
          </p:cNvPr>
          <p:cNvSpPr txBox="1"/>
          <p:nvPr/>
        </p:nvSpPr>
        <p:spPr>
          <a:xfrm>
            <a:off x="4572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Big Data Analytics: In a Nutshell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04912-819B-4EB3-9263-E4F183E30C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362" y="1243913"/>
            <a:ext cx="6318885" cy="420560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Descriptive</a:t>
            </a:r>
            <a:r>
              <a:rPr sz="3200" b="1" spc="-18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methods</a:t>
            </a:r>
            <a:endParaRPr sz="3200">
              <a:latin typeface="Calibri"/>
              <a:cs typeface="Calibri"/>
            </a:endParaRPr>
          </a:p>
          <a:p>
            <a:pPr marL="632460" marR="5080" lvl="1" indent="-276860">
              <a:lnSpc>
                <a:spcPct val="102400"/>
              </a:lnSpc>
              <a:spcBef>
                <a:spcPts val="6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10" dirty="0">
                <a:latin typeface="Calibri"/>
                <a:cs typeface="Calibri"/>
              </a:rPr>
              <a:t>Find </a:t>
            </a:r>
            <a:r>
              <a:rPr sz="2750" spc="-5" dirty="0">
                <a:latin typeface="Calibri"/>
                <a:cs typeface="Calibri"/>
              </a:rPr>
              <a:t>human-interpretable </a:t>
            </a:r>
            <a:r>
              <a:rPr sz="2750" spc="-20" dirty="0">
                <a:latin typeface="Calibri"/>
                <a:cs typeface="Calibri"/>
              </a:rPr>
              <a:t>patterns </a:t>
            </a:r>
            <a:r>
              <a:rPr sz="2750" spc="-5" dirty="0">
                <a:latin typeface="Calibri"/>
                <a:cs typeface="Calibri"/>
              </a:rPr>
              <a:t>that  </a:t>
            </a:r>
            <a:r>
              <a:rPr sz="2750" spc="-10" dirty="0">
                <a:latin typeface="Calibri"/>
                <a:cs typeface="Calibri"/>
              </a:rPr>
              <a:t>describe </a:t>
            </a:r>
            <a:r>
              <a:rPr sz="2750" spc="-15" dirty="0">
                <a:latin typeface="Calibri"/>
                <a:cs typeface="Calibri"/>
              </a:rPr>
              <a:t>the</a:t>
            </a:r>
            <a:r>
              <a:rPr sz="2750" spc="-28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data</a:t>
            </a:r>
            <a:endParaRPr sz="275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580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b="1" dirty="0">
                <a:latin typeface="Calibri"/>
                <a:cs typeface="Calibri"/>
              </a:rPr>
              <a:t>Example: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Clustering</a:t>
            </a:r>
            <a:endParaRPr sz="240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2550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10" dirty="0">
                <a:solidFill>
                  <a:srgbClr val="FF0066"/>
                </a:solidFill>
                <a:latin typeface="Calibri"/>
                <a:cs typeface="Calibri"/>
              </a:rPr>
              <a:t>Predictive</a:t>
            </a:r>
            <a:r>
              <a:rPr sz="3200" b="1" spc="-254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FF0066"/>
                </a:solidFill>
                <a:latin typeface="Calibri"/>
                <a:cs typeface="Calibri"/>
              </a:rPr>
              <a:t>methods</a:t>
            </a:r>
            <a:endParaRPr sz="3200">
              <a:latin typeface="Calibri"/>
              <a:cs typeface="Calibri"/>
            </a:endParaRPr>
          </a:p>
          <a:p>
            <a:pPr marL="632460" marR="9525" lvl="1" indent="-276860">
              <a:lnSpc>
                <a:spcPct val="100000"/>
              </a:lnSpc>
              <a:spcBef>
                <a:spcPts val="819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5" dirty="0">
                <a:latin typeface="Calibri"/>
                <a:cs typeface="Calibri"/>
              </a:rPr>
              <a:t>Use </a:t>
            </a:r>
            <a:r>
              <a:rPr sz="2750" spc="20" dirty="0">
                <a:latin typeface="Calibri"/>
                <a:cs typeface="Calibri"/>
              </a:rPr>
              <a:t>some </a:t>
            </a:r>
            <a:r>
              <a:rPr sz="2750" spc="-10" dirty="0">
                <a:latin typeface="Calibri"/>
                <a:cs typeface="Calibri"/>
              </a:rPr>
              <a:t>variables to predict </a:t>
            </a:r>
            <a:r>
              <a:rPr sz="2750" dirty="0">
                <a:latin typeface="Calibri"/>
                <a:cs typeface="Calibri"/>
              </a:rPr>
              <a:t>unknown  </a:t>
            </a:r>
            <a:r>
              <a:rPr sz="2750" spc="25" dirty="0">
                <a:latin typeface="Calibri"/>
                <a:cs typeface="Calibri"/>
              </a:rPr>
              <a:t>or </a:t>
            </a:r>
            <a:r>
              <a:rPr sz="2750" spc="-10" dirty="0">
                <a:latin typeface="Calibri"/>
                <a:cs typeface="Calibri"/>
              </a:rPr>
              <a:t>future </a:t>
            </a:r>
            <a:r>
              <a:rPr sz="2750" spc="-15" dirty="0">
                <a:latin typeface="Calibri"/>
                <a:cs typeface="Calibri"/>
              </a:rPr>
              <a:t>values </a:t>
            </a:r>
            <a:r>
              <a:rPr sz="2750" spc="25" dirty="0">
                <a:latin typeface="Calibri"/>
                <a:cs typeface="Calibri"/>
              </a:rPr>
              <a:t>of </a:t>
            </a:r>
            <a:r>
              <a:rPr sz="2750" spc="-5" dirty="0">
                <a:latin typeface="Calibri"/>
                <a:cs typeface="Calibri"/>
              </a:rPr>
              <a:t>other</a:t>
            </a:r>
            <a:r>
              <a:rPr sz="2750" spc="36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variables</a:t>
            </a:r>
            <a:endParaRPr sz="2750">
              <a:latin typeface="Calibri"/>
              <a:cs typeface="Calibri"/>
            </a:endParaRPr>
          </a:p>
          <a:p>
            <a:pPr marL="899160" lvl="2" indent="-229235">
              <a:lnSpc>
                <a:spcPct val="100000"/>
              </a:lnSpc>
              <a:spcBef>
                <a:spcPts val="655"/>
              </a:spcBef>
              <a:buClr>
                <a:srgbClr val="E66C7C"/>
              </a:buClr>
              <a:buFont typeface="Wingdings"/>
              <a:buChar char=""/>
              <a:tabLst>
                <a:tab pos="899794" algn="l"/>
              </a:tabLst>
            </a:pPr>
            <a:r>
              <a:rPr sz="2400" b="1" dirty="0">
                <a:latin typeface="Calibri"/>
                <a:cs typeface="Calibri"/>
              </a:rPr>
              <a:t>Example: </a:t>
            </a:r>
            <a:r>
              <a:rPr sz="2400" dirty="0">
                <a:latin typeface="Calibri"/>
                <a:cs typeface="Calibri"/>
              </a:rPr>
              <a:t>Recommender</a:t>
            </a:r>
            <a:r>
              <a:rPr sz="2400" spc="-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B66D1-412E-422C-8043-41713C53EDC2}"/>
              </a:ext>
            </a:extLst>
          </p:cNvPr>
          <p:cNvSpPr txBox="1"/>
          <p:nvPr/>
        </p:nvSpPr>
        <p:spPr>
          <a:xfrm>
            <a:off x="152400" y="152400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Big Data Analytics: Different Methods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B4B7D9-7711-4630-9FB8-E711AA1C6C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5620" y="1125021"/>
            <a:ext cx="8094090" cy="5732979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60" dirty="0">
                <a:latin typeface="Calibri"/>
                <a:cs typeface="Calibri"/>
              </a:rPr>
              <a:t>We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20" dirty="0">
                <a:latin typeface="Calibri"/>
                <a:cs typeface="Calibri"/>
              </a:rPr>
              <a:t>will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learn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to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lang="en-AU" sz="3200" b="1" spc="20" dirty="0">
                <a:solidFill>
                  <a:srgbClr val="0000FF"/>
                </a:solidFill>
                <a:latin typeface="Calibri"/>
                <a:cs typeface="Calibri"/>
              </a:rPr>
              <a:t>analyse/mine</a:t>
            </a:r>
            <a:r>
              <a:rPr sz="3200" b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200" b="1" spc="-2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types</a:t>
            </a:r>
            <a:r>
              <a:rPr sz="32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3200" b="1" spc="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data: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10" dirty="0">
                <a:latin typeface="Calibri"/>
                <a:cs typeface="Calibri"/>
              </a:rPr>
              <a:t>Data </a:t>
            </a:r>
            <a:r>
              <a:rPr sz="2750" spc="-15" dirty="0">
                <a:latin typeface="Calibri"/>
                <a:cs typeface="Calibri"/>
              </a:rPr>
              <a:t>is high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dimensional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10" dirty="0">
                <a:latin typeface="Calibri"/>
                <a:cs typeface="Calibri"/>
              </a:rPr>
              <a:t>Data </a:t>
            </a:r>
            <a:r>
              <a:rPr sz="2750" spc="-15" dirty="0">
                <a:latin typeface="Calibri"/>
                <a:cs typeface="Calibri"/>
              </a:rPr>
              <a:t>is </a:t>
            </a:r>
            <a:r>
              <a:rPr sz="2750" spc="10" dirty="0">
                <a:latin typeface="Calibri"/>
                <a:cs typeface="Calibri"/>
              </a:rPr>
              <a:t>a</a:t>
            </a:r>
            <a:r>
              <a:rPr sz="2750" spc="7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graph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10" dirty="0">
                <a:latin typeface="Calibri"/>
                <a:cs typeface="Calibri"/>
              </a:rPr>
              <a:t>Data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spc="-5" dirty="0">
                <a:latin typeface="Calibri"/>
                <a:cs typeface="Calibri"/>
              </a:rPr>
              <a:t>infinite/never-ending</a:t>
            </a:r>
            <a:r>
              <a:rPr lang="en-AU" sz="2750" spc="-5" dirty="0">
                <a:latin typeface="Calibri"/>
                <a:cs typeface="Calibri"/>
              </a:rPr>
              <a:t> </a:t>
            </a:r>
            <a:r>
              <a:rPr lang="en-AU" sz="2750" spc="-5" dirty="0">
                <a:solidFill>
                  <a:srgbClr val="FF0000"/>
                </a:solidFill>
                <a:latin typeface="Calibri"/>
                <a:cs typeface="Calibri"/>
              </a:rPr>
              <a:t>(Streaming Data)</a:t>
            </a:r>
            <a:endParaRPr sz="275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10" dirty="0">
                <a:latin typeface="Calibri"/>
                <a:cs typeface="Calibri"/>
              </a:rPr>
              <a:t>Data </a:t>
            </a:r>
            <a:r>
              <a:rPr sz="2750" spc="-15" dirty="0">
                <a:latin typeface="Calibri"/>
                <a:cs typeface="Calibri"/>
              </a:rPr>
              <a:t>is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labeled</a:t>
            </a:r>
            <a:endParaRPr sz="2750" dirty="0">
              <a:latin typeface="Calibri"/>
              <a:cs typeface="Calibri"/>
            </a:endParaRPr>
          </a:p>
          <a:p>
            <a:pPr marL="336550" marR="930910" indent="-32448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60" dirty="0">
                <a:latin typeface="Calibri"/>
                <a:cs typeface="Calibri"/>
              </a:rPr>
              <a:t>We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20" dirty="0">
                <a:latin typeface="Calibri"/>
                <a:cs typeface="Calibri"/>
              </a:rPr>
              <a:t>will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learn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spc="10" dirty="0">
                <a:latin typeface="Calibri"/>
                <a:cs typeface="Calibri"/>
              </a:rPr>
              <a:t>to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use</a:t>
            </a:r>
            <a:r>
              <a:rPr sz="32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200" b="1" spc="-2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models</a:t>
            </a:r>
            <a:r>
              <a:rPr sz="3200" b="1" spc="-1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of  computation: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80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MapReduce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5" dirty="0">
                <a:latin typeface="Calibri"/>
                <a:cs typeface="Calibri"/>
              </a:rPr>
              <a:t>Streams and </a:t>
            </a:r>
            <a:r>
              <a:rPr sz="2750" spc="-10" dirty="0">
                <a:latin typeface="Calibri"/>
                <a:cs typeface="Calibri"/>
              </a:rPr>
              <a:t>online</a:t>
            </a:r>
            <a:r>
              <a:rPr sz="2750" spc="2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algorithms</a:t>
            </a:r>
          </a:p>
          <a:p>
            <a:pPr marL="632460" lvl="1" indent="-276860">
              <a:lnSpc>
                <a:spcPct val="100000"/>
              </a:lnSpc>
              <a:spcBef>
                <a:spcPts val="7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20" dirty="0">
                <a:latin typeface="Calibri"/>
                <a:cs typeface="Calibri"/>
              </a:rPr>
              <a:t>Single </a:t>
            </a:r>
            <a:r>
              <a:rPr sz="2750" spc="5" dirty="0">
                <a:latin typeface="Calibri"/>
                <a:cs typeface="Calibri"/>
              </a:rPr>
              <a:t>machine</a:t>
            </a:r>
            <a:r>
              <a:rPr sz="2750" spc="345" dirty="0">
                <a:latin typeface="Calibri"/>
                <a:cs typeface="Calibri"/>
              </a:rPr>
              <a:t> </a:t>
            </a:r>
            <a:r>
              <a:rPr sz="2750" spc="10" dirty="0">
                <a:latin typeface="Calibri"/>
                <a:cs typeface="Calibri"/>
              </a:rPr>
              <a:t>in-memory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65F5E-074E-4285-BEEE-31F99DCBF1C5}"/>
              </a:ext>
            </a:extLst>
          </p:cNvPr>
          <p:cNvSpPr txBox="1"/>
          <p:nvPr/>
        </p:nvSpPr>
        <p:spPr>
          <a:xfrm>
            <a:off x="515620" y="152400"/>
            <a:ext cx="838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What will we LEARN?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3B02E9-9E60-4BA8-9A0A-43854DF317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4362" y="1243913"/>
            <a:ext cx="7630795" cy="4760918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944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60" dirty="0">
                <a:latin typeface="Calibri"/>
                <a:cs typeface="Calibri"/>
              </a:rPr>
              <a:t>We </a:t>
            </a:r>
            <a:r>
              <a:rPr sz="3200" b="1" spc="20" dirty="0">
                <a:latin typeface="Calibri"/>
                <a:cs typeface="Calibri"/>
              </a:rPr>
              <a:t>will </a:t>
            </a:r>
            <a:r>
              <a:rPr sz="3200" b="1" spc="10" dirty="0">
                <a:latin typeface="Calibri"/>
                <a:cs typeface="Calibri"/>
              </a:rPr>
              <a:t>learn to </a:t>
            </a:r>
            <a:r>
              <a:rPr sz="3200" b="1" spc="5" dirty="0">
                <a:solidFill>
                  <a:srgbClr val="0000FF"/>
                </a:solidFill>
                <a:latin typeface="Calibri"/>
                <a:cs typeface="Calibri"/>
              </a:rPr>
              <a:t>solve </a:t>
            </a:r>
            <a:r>
              <a:rPr sz="3200" b="1" spc="10" dirty="0">
                <a:solidFill>
                  <a:srgbClr val="0000FF"/>
                </a:solidFill>
                <a:latin typeface="Calibri"/>
                <a:cs typeface="Calibri"/>
              </a:rPr>
              <a:t>real-world</a:t>
            </a:r>
            <a:r>
              <a:rPr sz="3200" b="1" spc="-4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problems: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Market </a:t>
            </a:r>
            <a:r>
              <a:rPr sz="2750" spc="-10" dirty="0">
                <a:latin typeface="Calibri"/>
                <a:cs typeface="Calibri"/>
              </a:rPr>
              <a:t>Basket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Analysis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5" dirty="0">
                <a:latin typeface="Calibri"/>
                <a:cs typeface="Calibri"/>
              </a:rPr>
              <a:t>Spam</a:t>
            </a:r>
            <a:r>
              <a:rPr sz="2750" spc="7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detection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68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Duplicate </a:t>
            </a:r>
            <a:r>
              <a:rPr sz="2750" spc="5" dirty="0">
                <a:latin typeface="Calibri"/>
                <a:cs typeface="Calibri"/>
              </a:rPr>
              <a:t>document</a:t>
            </a:r>
            <a:r>
              <a:rPr sz="2750" spc="23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detection</a:t>
            </a:r>
            <a:endParaRPr sz="2750" dirty="0">
              <a:latin typeface="Calibri"/>
              <a:cs typeface="Calibri"/>
            </a:endParaRPr>
          </a:p>
          <a:p>
            <a:pPr marL="336550" indent="-324485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687"/>
              <a:buFont typeface="Wingdings 2"/>
              <a:buChar char=""/>
              <a:tabLst>
                <a:tab pos="337185" algn="l"/>
              </a:tabLst>
            </a:pPr>
            <a:r>
              <a:rPr sz="3200" b="1" spc="-60" dirty="0">
                <a:latin typeface="Calibri"/>
                <a:cs typeface="Calibri"/>
              </a:rPr>
              <a:t>We </a:t>
            </a:r>
            <a:r>
              <a:rPr sz="3200" b="1" spc="20" dirty="0">
                <a:latin typeface="Calibri"/>
                <a:cs typeface="Calibri"/>
              </a:rPr>
              <a:t>will </a:t>
            </a:r>
            <a:r>
              <a:rPr sz="3200" b="1" spc="10" dirty="0">
                <a:latin typeface="Calibri"/>
                <a:cs typeface="Calibri"/>
              </a:rPr>
              <a:t>learn </a:t>
            </a: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various</a:t>
            </a:r>
            <a:r>
              <a:rPr sz="3200" b="1" spc="-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15" dirty="0">
                <a:solidFill>
                  <a:srgbClr val="0000FF"/>
                </a:solidFill>
                <a:latin typeface="Calibri"/>
                <a:cs typeface="Calibri"/>
              </a:rPr>
              <a:t>“tools”:</a:t>
            </a:r>
            <a:endParaRPr sz="320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4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dirty="0">
                <a:latin typeface="Calibri"/>
                <a:cs typeface="Calibri"/>
              </a:rPr>
              <a:t>Linear </a:t>
            </a:r>
            <a:r>
              <a:rPr sz="2750" spc="-20" dirty="0">
                <a:latin typeface="Calibri"/>
                <a:cs typeface="Calibri"/>
              </a:rPr>
              <a:t>algebra </a:t>
            </a:r>
            <a:r>
              <a:rPr sz="2750" spc="-5" dirty="0">
                <a:latin typeface="Calibri"/>
                <a:cs typeface="Calibri"/>
              </a:rPr>
              <a:t>(SVD, </a:t>
            </a:r>
            <a:r>
              <a:rPr sz="2750" spc="-15" dirty="0">
                <a:latin typeface="Calibri"/>
                <a:cs typeface="Calibri"/>
              </a:rPr>
              <a:t>Rec. </a:t>
            </a:r>
            <a:r>
              <a:rPr sz="2750" spc="-5" dirty="0">
                <a:latin typeface="Calibri"/>
                <a:cs typeface="Calibri"/>
              </a:rPr>
              <a:t>Sys.,</a:t>
            </a:r>
            <a:r>
              <a:rPr sz="2750" spc="4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Communities)</a:t>
            </a: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5" dirty="0">
                <a:latin typeface="Calibri"/>
                <a:cs typeface="Calibri"/>
              </a:rPr>
              <a:t>Optimization (stochastic </a:t>
            </a:r>
            <a:r>
              <a:rPr sz="2750" spc="-20" dirty="0">
                <a:latin typeface="Calibri"/>
                <a:cs typeface="Calibri"/>
              </a:rPr>
              <a:t>gradient</a:t>
            </a:r>
            <a:r>
              <a:rPr sz="2750" spc="565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descent)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55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10" dirty="0">
                <a:latin typeface="Calibri"/>
                <a:cs typeface="Calibri"/>
              </a:rPr>
              <a:t>Dynamic </a:t>
            </a:r>
            <a:r>
              <a:rPr sz="2750" spc="-5" dirty="0">
                <a:latin typeface="Calibri"/>
                <a:cs typeface="Calibri"/>
              </a:rPr>
              <a:t>programming </a:t>
            </a:r>
            <a:r>
              <a:rPr sz="2750" spc="-15" dirty="0">
                <a:latin typeface="Calibri"/>
                <a:cs typeface="Calibri"/>
              </a:rPr>
              <a:t>(frequent</a:t>
            </a:r>
            <a:r>
              <a:rPr sz="2750" spc="520" dirty="0">
                <a:latin typeface="Calibri"/>
                <a:cs typeface="Calibri"/>
              </a:rPr>
              <a:t> </a:t>
            </a:r>
            <a:r>
              <a:rPr sz="2750" spc="-15" dirty="0">
                <a:latin typeface="Calibri"/>
                <a:cs typeface="Calibri"/>
              </a:rPr>
              <a:t>itemsets)</a:t>
            </a:r>
            <a:endParaRPr sz="2750" dirty="0">
              <a:latin typeface="Calibri"/>
              <a:cs typeface="Calibri"/>
            </a:endParaRPr>
          </a:p>
          <a:p>
            <a:pPr marL="632460" lvl="1" indent="-276860">
              <a:lnSpc>
                <a:spcPct val="100000"/>
              </a:lnSpc>
              <a:spcBef>
                <a:spcPts val="760"/>
              </a:spcBef>
              <a:buClr>
                <a:srgbClr val="5FB5CC"/>
              </a:buClr>
              <a:buFont typeface="Wingdings"/>
              <a:buChar char=""/>
              <a:tabLst>
                <a:tab pos="632460" algn="l"/>
              </a:tabLst>
            </a:pPr>
            <a:r>
              <a:rPr sz="2750" spc="-10" dirty="0">
                <a:latin typeface="Calibri"/>
                <a:cs typeface="Calibri"/>
              </a:rPr>
              <a:t>Hashing </a:t>
            </a:r>
            <a:r>
              <a:rPr sz="2750" spc="10" dirty="0">
                <a:latin typeface="Calibri"/>
                <a:cs typeface="Calibri"/>
              </a:rPr>
              <a:t>(LSH, </a:t>
            </a:r>
            <a:r>
              <a:rPr sz="2750" spc="15" dirty="0">
                <a:latin typeface="Calibri"/>
                <a:cs typeface="Calibri"/>
              </a:rPr>
              <a:t>Bloom</a:t>
            </a:r>
            <a:r>
              <a:rPr sz="2750" spc="-345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filters)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D7BE0-F4F6-4639-930F-B96746A23D05}"/>
              </a:ext>
            </a:extLst>
          </p:cNvPr>
          <p:cNvSpPr txBox="1"/>
          <p:nvPr/>
        </p:nvSpPr>
        <p:spPr>
          <a:xfrm>
            <a:off x="515620" y="152400"/>
            <a:ext cx="8381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What will we LEARN?</a:t>
            </a:r>
            <a:endParaRPr lang="en-US" sz="40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C16056-F777-4CBD-A9B0-D6758528A2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1450" y="1285794"/>
            <a:ext cx="1824355" cy="5320030"/>
            <a:chOff x="171450" y="1285794"/>
            <a:chExt cx="1824355" cy="5320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948" y="1285794"/>
              <a:ext cx="1690904" cy="53198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50" y="1600136"/>
              <a:ext cx="1824101" cy="10906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600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29" y="0"/>
                  </a:lnTo>
                  <a:lnTo>
                    <a:pt x="120279" y="5856"/>
                  </a:lnTo>
                  <a:lnTo>
                    <a:pt x="81144" y="22380"/>
                  </a:lnTo>
                  <a:lnTo>
                    <a:pt x="47986" y="48005"/>
                  </a:lnTo>
                  <a:lnTo>
                    <a:pt x="22368" y="81167"/>
                  </a:lnTo>
                  <a:lnTo>
                    <a:pt x="5852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2" y="5137520"/>
                  </a:lnTo>
                  <a:lnTo>
                    <a:pt x="22368" y="5176655"/>
                  </a:lnTo>
                  <a:lnTo>
                    <a:pt x="47986" y="5209813"/>
                  </a:lnTo>
                  <a:lnTo>
                    <a:pt x="81144" y="5235431"/>
                  </a:lnTo>
                  <a:lnTo>
                    <a:pt x="120279" y="5251947"/>
                  </a:lnTo>
                  <a:lnTo>
                    <a:pt x="163829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8145" y="1691322"/>
            <a:ext cx="1306830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3535">
              <a:lnSpc>
                <a:spcPts val="2630"/>
              </a:lnSpc>
              <a:spcBef>
                <a:spcPts val="395"/>
              </a:spcBef>
            </a:pPr>
            <a:r>
              <a:rPr sz="2400" b="1" i="0" dirty="0">
                <a:latin typeface="Corbel"/>
                <a:cs typeface="Corbel"/>
              </a:rPr>
              <a:t>High</a:t>
            </a:r>
            <a:r>
              <a:rPr sz="2400" b="1" i="0" spc="-114" dirty="0">
                <a:latin typeface="Corbel"/>
                <a:cs typeface="Corbel"/>
              </a:rPr>
              <a:t> </a:t>
            </a:r>
            <a:r>
              <a:rPr sz="2400" b="1" i="0" spc="-5" dirty="0">
                <a:latin typeface="Corbel"/>
                <a:cs typeface="Corbel"/>
              </a:rPr>
              <a:t>dim.  </a:t>
            </a:r>
            <a:r>
              <a:rPr sz="2400" b="1" i="0" spc="-10" dirty="0">
                <a:latin typeface="Corbel"/>
                <a:cs typeface="Corbel"/>
              </a:rPr>
              <a:t>data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2838386"/>
            <a:ext cx="1433449" cy="114776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2459" y="2966148"/>
            <a:ext cx="843915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7625" algn="just">
              <a:lnSpc>
                <a:spcPct val="92100"/>
              </a:lnSpc>
              <a:spcBef>
                <a:spcPts val="270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Locality 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hashing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3375" y="4029011"/>
            <a:ext cx="1433449" cy="114776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65784" y="4411281"/>
            <a:ext cx="970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6225" y="5219700"/>
            <a:ext cx="1557274" cy="114776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0692" y="5353050"/>
            <a:ext cx="1193800" cy="8064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algn="ctr">
              <a:lnSpc>
                <a:spcPct val="92200"/>
              </a:lnSpc>
              <a:spcBef>
                <a:spcPts val="27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ity 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reduction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33575" y="1266761"/>
            <a:ext cx="1748155" cy="5367655"/>
            <a:chOff x="1933575" y="1266761"/>
            <a:chExt cx="1748155" cy="536765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33575" y="1266761"/>
              <a:ext cx="1747901" cy="53674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62175" y="1600136"/>
              <a:ext cx="1347724" cy="10906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990725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30" y="0"/>
                  </a:lnTo>
                  <a:lnTo>
                    <a:pt x="120297" y="5856"/>
                  </a:lnTo>
                  <a:lnTo>
                    <a:pt x="81167" y="22380"/>
                  </a:lnTo>
                  <a:lnTo>
                    <a:pt x="48006" y="48005"/>
                  </a:lnTo>
                  <a:lnTo>
                    <a:pt x="22380" y="81167"/>
                  </a:lnTo>
                  <a:lnTo>
                    <a:pt x="5856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6" y="5137520"/>
                  </a:lnTo>
                  <a:lnTo>
                    <a:pt x="22380" y="5176655"/>
                  </a:lnTo>
                  <a:lnTo>
                    <a:pt x="48006" y="5209813"/>
                  </a:lnTo>
                  <a:lnTo>
                    <a:pt x="81167" y="5235431"/>
                  </a:lnTo>
                  <a:lnTo>
                    <a:pt x="120297" y="5251947"/>
                  </a:lnTo>
                  <a:lnTo>
                    <a:pt x="163830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98395" y="1691322"/>
            <a:ext cx="835025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17475" marR="5080" indent="-104775">
              <a:lnSpc>
                <a:spcPts val="2630"/>
              </a:lnSpc>
              <a:spcBef>
                <a:spcPts val="395"/>
              </a:spcBef>
            </a:pPr>
            <a:r>
              <a:rPr sz="2400" b="1" spc="35" dirty="0">
                <a:latin typeface="Corbel"/>
                <a:cs typeface="Corbel"/>
              </a:rPr>
              <a:t>G</a:t>
            </a:r>
            <a:r>
              <a:rPr sz="2400" b="1" spc="-20" dirty="0">
                <a:latin typeface="Corbel"/>
                <a:cs typeface="Corbel"/>
              </a:rPr>
              <a:t>r</a:t>
            </a:r>
            <a:r>
              <a:rPr sz="2400" b="1" spc="-35" dirty="0">
                <a:latin typeface="Corbel"/>
                <a:cs typeface="Corbel"/>
              </a:rPr>
              <a:t>a</a:t>
            </a:r>
            <a:r>
              <a:rPr sz="2400" b="1" spc="25" dirty="0">
                <a:latin typeface="Corbel"/>
                <a:cs typeface="Corbel"/>
              </a:rPr>
              <a:t>p</a:t>
            </a:r>
            <a:r>
              <a:rPr sz="2400" b="1" dirty="0">
                <a:latin typeface="Corbel"/>
                <a:cs typeface="Corbel"/>
              </a:rPr>
              <a:t>h  </a:t>
            </a:r>
            <a:r>
              <a:rPr sz="2400" b="1" spc="-10" dirty="0">
                <a:latin typeface="Corbel"/>
                <a:cs typeface="Corbel"/>
              </a:rPr>
              <a:t>data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85975" y="2838386"/>
            <a:ext cx="1452499" cy="114776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318004" y="3091878"/>
            <a:ext cx="986790" cy="5480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88900" marR="5080" indent="-76200">
              <a:lnSpc>
                <a:spcPts val="1950"/>
              </a:lnSpc>
              <a:spcBef>
                <a:spcPts val="340"/>
              </a:spcBef>
            </a:pPr>
            <a:r>
              <a:rPr sz="1800" spc="-1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k, 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SimRank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85975" y="4029011"/>
            <a:ext cx="1442974" cy="114776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394204" y="4285297"/>
            <a:ext cx="834390" cy="5486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41275" marR="5080" indent="-28575">
              <a:lnSpc>
                <a:spcPts val="1960"/>
              </a:lnSpc>
              <a:spcBef>
                <a:spcPts val="334"/>
              </a:spcBef>
            </a:pP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85975" y="5219700"/>
            <a:ext cx="1442974" cy="114776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337054" y="5479097"/>
            <a:ext cx="945515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200025">
              <a:lnSpc>
                <a:spcPts val="1950"/>
              </a:lnSpc>
              <a:spcBef>
                <a:spcPts val="34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Spam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ete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24198" y="1285794"/>
            <a:ext cx="1691005" cy="5320030"/>
            <a:chOff x="3724198" y="1285794"/>
            <a:chExt cx="1691005" cy="532003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4198" y="1285794"/>
              <a:ext cx="1690904" cy="531981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48099" y="1600136"/>
              <a:ext cx="1490599" cy="10906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752849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29" y="0"/>
                  </a:lnTo>
                  <a:lnTo>
                    <a:pt x="120297" y="5856"/>
                  </a:lnTo>
                  <a:lnTo>
                    <a:pt x="81167" y="22380"/>
                  </a:lnTo>
                  <a:lnTo>
                    <a:pt x="48005" y="48005"/>
                  </a:lnTo>
                  <a:lnTo>
                    <a:pt x="22380" y="81167"/>
                  </a:lnTo>
                  <a:lnTo>
                    <a:pt x="5856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6" y="5137520"/>
                  </a:lnTo>
                  <a:lnTo>
                    <a:pt x="22380" y="5176655"/>
                  </a:lnTo>
                  <a:lnTo>
                    <a:pt x="48005" y="5209813"/>
                  </a:lnTo>
                  <a:lnTo>
                    <a:pt x="81167" y="5235431"/>
                  </a:lnTo>
                  <a:lnTo>
                    <a:pt x="120297" y="5251947"/>
                  </a:lnTo>
                  <a:lnTo>
                    <a:pt x="163829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084065" y="1691322"/>
            <a:ext cx="981710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93675" marR="5080" indent="-181610">
              <a:lnSpc>
                <a:spcPts val="2630"/>
              </a:lnSpc>
              <a:spcBef>
                <a:spcPts val="395"/>
              </a:spcBef>
            </a:pPr>
            <a:r>
              <a:rPr sz="2400" b="1" spc="5" dirty="0">
                <a:latin typeface="Corbel"/>
                <a:cs typeface="Corbel"/>
              </a:rPr>
              <a:t>I</a:t>
            </a:r>
            <a:r>
              <a:rPr sz="2400" b="1" spc="15" dirty="0">
                <a:latin typeface="Corbel"/>
                <a:cs typeface="Corbel"/>
              </a:rPr>
              <a:t>n</a:t>
            </a:r>
            <a:r>
              <a:rPr sz="2400" b="1" spc="30" dirty="0">
                <a:latin typeface="Corbel"/>
                <a:cs typeface="Corbel"/>
              </a:rPr>
              <a:t>f</a:t>
            </a:r>
            <a:r>
              <a:rPr sz="2400" b="1" dirty="0">
                <a:latin typeface="Corbel"/>
                <a:cs typeface="Corbel"/>
              </a:rPr>
              <a:t>i</a:t>
            </a:r>
            <a:r>
              <a:rPr sz="2400" b="1" spc="20" dirty="0">
                <a:latin typeface="Corbel"/>
                <a:cs typeface="Corbel"/>
              </a:rPr>
              <a:t>n</a:t>
            </a:r>
            <a:r>
              <a:rPr sz="2400" b="1" dirty="0">
                <a:latin typeface="Corbel"/>
                <a:cs typeface="Corbel"/>
              </a:rPr>
              <a:t>i</a:t>
            </a:r>
            <a:r>
              <a:rPr sz="2400" b="1" spc="-10" dirty="0">
                <a:latin typeface="Corbel"/>
                <a:cs typeface="Corbel"/>
              </a:rPr>
              <a:t>t</a:t>
            </a:r>
            <a:r>
              <a:rPr sz="2400" b="1" dirty="0">
                <a:latin typeface="Corbel"/>
                <a:cs typeface="Corbel"/>
              </a:rPr>
              <a:t>e  </a:t>
            </a:r>
            <a:r>
              <a:rPr sz="2400" b="1" spc="-15" dirty="0">
                <a:latin typeface="Corbel"/>
                <a:cs typeface="Corbel"/>
              </a:rPr>
              <a:t>data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48100" y="2838386"/>
            <a:ext cx="1442974" cy="114776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175125" y="2966148"/>
            <a:ext cx="801370" cy="80581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065" marR="5080" algn="ctr">
              <a:lnSpc>
                <a:spcPct val="92100"/>
              </a:lnSpc>
              <a:spcBef>
                <a:spcPts val="27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data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48100" y="4029011"/>
            <a:ext cx="1442974" cy="1147762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041775" y="4285297"/>
            <a:ext cx="1065530" cy="5486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 marR="5080" indent="304800">
              <a:lnSpc>
                <a:spcPts val="1960"/>
              </a:lnSpc>
              <a:spcBef>
                <a:spcPts val="334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Web  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48100" y="5219700"/>
            <a:ext cx="1471549" cy="1147762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4051300" y="5479097"/>
            <a:ext cx="1040765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55575" marR="5080" indent="-142875">
              <a:lnSpc>
                <a:spcPts val="1950"/>
              </a:lnSpc>
              <a:spcBef>
                <a:spcPts val="34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sz="18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on 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86323" y="1285794"/>
            <a:ext cx="1710055" cy="5320030"/>
            <a:chOff x="5486323" y="1285794"/>
            <a:chExt cx="1710055" cy="532003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323" y="1285794"/>
              <a:ext cx="1690904" cy="531981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34024" y="1600136"/>
              <a:ext cx="1662176" cy="109061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514974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29" y="0"/>
                  </a:lnTo>
                  <a:lnTo>
                    <a:pt x="120297" y="5856"/>
                  </a:lnTo>
                  <a:lnTo>
                    <a:pt x="81167" y="22380"/>
                  </a:lnTo>
                  <a:lnTo>
                    <a:pt x="48005" y="48005"/>
                  </a:lnTo>
                  <a:lnTo>
                    <a:pt x="22380" y="81167"/>
                  </a:lnTo>
                  <a:lnTo>
                    <a:pt x="5856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6" y="5137520"/>
                  </a:lnTo>
                  <a:lnTo>
                    <a:pt x="22380" y="5176655"/>
                  </a:lnTo>
                  <a:lnTo>
                    <a:pt x="48005" y="5209813"/>
                  </a:lnTo>
                  <a:lnTo>
                    <a:pt x="81167" y="5235431"/>
                  </a:lnTo>
                  <a:lnTo>
                    <a:pt x="120297" y="5251947"/>
                  </a:lnTo>
                  <a:lnTo>
                    <a:pt x="163829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769609" y="1691322"/>
            <a:ext cx="1135380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1750" marR="5080" indent="-19050">
              <a:lnSpc>
                <a:spcPts val="2630"/>
              </a:lnSpc>
              <a:spcBef>
                <a:spcPts val="395"/>
              </a:spcBef>
            </a:pPr>
            <a:r>
              <a:rPr sz="2400" b="1" spc="-35" dirty="0">
                <a:latin typeface="Corbel"/>
                <a:cs typeface="Corbel"/>
              </a:rPr>
              <a:t>Ma</a:t>
            </a:r>
            <a:r>
              <a:rPr sz="2400" b="1" spc="-10" dirty="0">
                <a:latin typeface="Corbel"/>
                <a:cs typeface="Corbel"/>
              </a:rPr>
              <a:t>c</a:t>
            </a:r>
            <a:r>
              <a:rPr sz="2400" b="1" dirty="0">
                <a:latin typeface="Corbel"/>
                <a:cs typeface="Corbel"/>
              </a:rPr>
              <a:t>h</a:t>
            </a:r>
            <a:r>
              <a:rPr sz="2400" b="1" spc="5" dirty="0">
                <a:latin typeface="Corbel"/>
                <a:cs typeface="Corbel"/>
              </a:rPr>
              <a:t>i</a:t>
            </a:r>
            <a:r>
              <a:rPr sz="2400" b="1" spc="15" dirty="0">
                <a:latin typeface="Corbel"/>
                <a:cs typeface="Corbel"/>
              </a:rPr>
              <a:t>n</a:t>
            </a:r>
            <a:r>
              <a:rPr sz="2400" b="1" dirty="0">
                <a:latin typeface="Corbel"/>
                <a:cs typeface="Corbel"/>
              </a:rPr>
              <a:t>e  </a:t>
            </a:r>
            <a:r>
              <a:rPr sz="2400" b="1" spc="-10" dirty="0">
                <a:latin typeface="Corbel"/>
                <a:cs typeface="Corbel"/>
              </a:rPr>
              <a:t>learning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610225" y="2838386"/>
            <a:ext cx="1442974" cy="1147762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6108700" y="3217862"/>
            <a:ext cx="459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10225" y="4029011"/>
            <a:ext cx="1442974" cy="1147762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5927725" y="4285297"/>
            <a:ext cx="821055" cy="5486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65100" marR="5080" indent="-152400">
              <a:lnSpc>
                <a:spcPts val="1960"/>
              </a:lnSpc>
              <a:spcBef>
                <a:spcPts val="334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 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Trees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581650" y="5219700"/>
            <a:ext cx="1528699" cy="1147762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5775071" y="5479097"/>
            <a:ext cx="1120140" cy="5486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5080" indent="-343535">
              <a:lnSpc>
                <a:spcPts val="1950"/>
              </a:lnSpc>
              <a:spcBef>
                <a:spcPts val="34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,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kNN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248448" y="1285794"/>
            <a:ext cx="1691005" cy="5320030"/>
            <a:chOff x="7248448" y="1285794"/>
            <a:chExt cx="1691005" cy="5320030"/>
          </a:xfrm>
        </p:grpSpPr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8448" y="1285794"/>
              <a:ext cx="1690904" cy="531981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15224" y="1762061"/>
              <a:ext cx="1157287" cy="75723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277099" y="1295400"/>
              <a:ext cx="1638300" cy="5257800"/>
            </a:xfrm>
            <a:custGeom>
              <a:avLst/>
              <a:gdLst/>
              <a:ahLst/>
              <a:cxnLst/>
              <a:rect l="l" t="t" r="r" b="b"/>
              <a:pathLst>
                <a:path w="1638300" h="5257800">
                  <a:moveTo>
                    <a:pt x="1474470" y="0"/>
                  </a:moveTo>
                  <a:lnTo>
                    <a:pt x="163829" y="0"/>
                  </a:lnTo>
                  <a:lnTo>
                    <a:pt x="120297" y="5856"/>
                  </a:lnTo>
                  <a:lnTo>
                    <a:pt x="81167" y="22380"/>
                  </a:lnTo>
                  <a:lnTo>
                    <a:pt x="48005" y="48005"/>
                  </a:lnTo>
                  <a:lnTo>
                    <a:pt x="22380" y="81167"/>
                  </a:lnTo>
                  <a:lnTo>
                    <a:pt x="5856" y="120297"/>
                  </a:lnTo>
                  <a:lnTo>
                    <a:pt x="0" y="163829"/>
                  </a:lnTo>
                  <a:lnTo>
                    <a:pt x="0" y="5093970"/>
                  </a:lnTo>
                  <a:lnTo>
                    <a:pt x="5856" y="5137520"/>
                  </a:lnTo>
                  <a:lnTo>
                    <a:pt x="22380" y="5176655"/>
                  </a:lnTo>
                  <a:lnTo>
                    <a:pt x="48005" y="5209813"/>
                  </a:lnTo>
                  <a:lnTo>
                    <a:pt x="81167" y="5235431"/>
                  </a:lnTo>
                  <a:lnTo>
                    <a:pt x="120297" y="5251947"/>
                  </a:lnTo>
                  <a:lnTo>
                    <a:pt x="163829" y="5257800"/>
                  </a:lnTo>
                  <a:lnTo>
                    <a:pt x="1474470" y="5257800"/>
                  </a:lnTo>
                  <a:lnTo>
                    <a:pt x="1518002" y="5251947"/>
                  </a:lnTo>
                  <a:lnTo>
                    <a:pt x="1557132" y="5235431"/>
                  </a:lnTo>
                  <a:lnTo>
                    <a:pt x="1590294" y="5209813"/>
                  </a:lnTo>
                  <a:lnTo>
                    <a:pt x="1615919" y="5176655"/>
                  </a:lnTo>
                  <a:lnTo>
                    <a:pt x="1632443" y="5137520"/>
                  </a:lnTo>
                  <a:lnTo>
                    <a:pt x="1638300" y="5093970"/>
                  </a:lnTo>
                  <a:lnTo>
                    <a:pt x="1638300" y="163829"/>
                  </a:lnTo>
                  <a:lnTo>
                    <a:pt x="1632443" y="120297"/>
                  </a:lnTo>
                  <a:lnTo>
                    <a:pt x="1615919" y="81167"/>
                  </a:lnTo>
                  <a:lnTo>
                    <a:pt x="1590294" y="48005"/>
                  </a:lnTo>
                  <a:lnTo>
                    <a:pt x="1557132" y="22380"/>
                  </a:lnTo>
                  <a:lnTo>
                    <a:pt x="1518002" y="5856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D2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750809" y="1858962"/>
            <a:ext cx="6985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rbel"/>
                <a:cs typeface="Corbel"/>
              </a:rPr>
              <a:t>A</a:t>
            </a:r>
            <a:r>
              <a:rPr sz="2400" b="1" spc="25" dirty="0">
                <a:latin typeface="Corbel"/>
                <a:cs typeface="Corbel"/>
              </a:rPr>
              <a:t>pp</a:t>
            </a:r>
            <a:r>
              <a:rPr sz="2400" b="1" dirty="0">
                <a:latin typeface="Corbel"/>
                <a:cs typeface="Corbel"/>
              </a:rPr>
              <a:t>s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343775" y="2838386"/>
            <a:ext cx="1490599" cy="1147762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536815" y="3091878"/>
            <a:ext cx="1125855" cy="5480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19050">
              <a:lnSpc>
                <a:spcPts val="1950"/>
              </a:lnSpc>
              <a:spcBef>
                <a:spcPts val="34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Recommen 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der</a:t>
            </a:r>
            <a:r>
              <a:rPr sz="18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4" name="object 5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353300" y="4029011"/>
            <a:ext cx="1500124" cy="1147762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7546340" y="4285297"/>
            <a:ext cx="1099820" cy="5486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98450" marR="5080" indent="-286385">
              <a:lnSpc>
                <a:spcPts val="1960"/>
              </a:lnSpc>
              <a:spcBef>
                <a:spcPts val="334"/>
              </a:spcBef>
            </a:pP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ss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ia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 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6" name="object 5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372350" y="5219700"/>
            <a:ext cx="1433449" cy="1147762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7603490" y="5353050"/>
            <a:ext cx="989330" cy="8064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28575" algn="just">
              <a:lnSpc>
                <a:spcPct val="92200"/>
              </a:lnSpc>
              <a:spcBef>
                <a:spcPts val="270"/>
              </a:spcBef>
            </a:pP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Duplicate  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 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0A900F-8FDE-4510-B14D-25035CF21150}"/>
              </a:ext>
            </a:extLst>
          </p:cNvPr>
          <p:cNvSpPr txBox="1"/>
          <p:nvPr/>
        </p:nvSpPr>
        <p:spPr>
          <a:xfrm>
            <a:off x="276225" y="184907"/>
            <a:ext cx="8696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FF00"/>
                </a:solidFill>
                <a:latin typeface="Palatino Linotype" panose="02040502050505030304" pitchFamily="18" charset="0"/>
              </a:rPr>
              <a:t>Different Data: Different Algorithms and Tools</a:t>
            </a:r>
            <a:endParaRPr lang="en-US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53DC90-DCF3-48A0-B9E8-D797780D6A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z="1200" smtClean="0"/>
              <a:t>20</a:t>
            </a:fld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4200" y="381000"/>
            <a:ext cx="2667000" cy="4724400"/>
            <a:chOff x="2286000" y="295275"/>
            <a:chExt cx="4038600" cy="5800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295275"/>
              <a:ext cx="4038600" cy="58007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5252" y="2923285"/>
              <a:ext cx="567055" cy="39408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500" y="5167072"/>
            <a:ext cx="8763000" cy="137088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AU" sz="4400" b="1" i="0" spc="15" dirty="0">
                <a:solidFill>
                  <a:srgbClr val="0000FF"/>
                </a:solidFill>
                <a:latin typeface="Corbel"/>
                <a:cs typeface="Corbel"/>
              </a:rPr>
              <a:t>You will learn to cook the data and it has to be yummy … </a:t>
            </a:r>
            <a:r>
              <a:rPr lang="en-AU" sz="4400" b="1" i="0" spc="15" dirty="0">
                <a:solidFill>
                  <a:srgbClr val="0000FF"/>
                </a:solidFill>
                <a:latin typeface="Corbel"/>
                <a:cs typeface="Corbel"/>
                <a:sym typeface="Wingdings" panose="05000000000000000000" pitchFamily="2" charset="2"/>
              </a:rPr>
              <a:t></a:t>
            </a:r>
            <a:endParaRPr sz="4400" dirty="0">
              <a:latin typeface="Corbel"/>
              <a:cs typeface="Corbe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E0BC-5E72-4B9C-89C7-513225CB70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US" sz="1200" smtClean="0"/>
              <a:t>21</a:t>
            </a:fld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</TotalTime>
  <Words>1034</Words>
  <Application>Microsoft Office PowerPoint</Application>
  <PresentationFormat>On-screen Show (4:3)</PresentationFormat>
  <Paragraphs>143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Corbel</vt:lpstr>
      <vt:lpstr>Palatino Linotype</vt:lpstr>
      <vt:lpstr>Times New Roman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 dim.  data</vt:lpstr>
      <vt:lpstr>You will learn to cook the data and it has to be yummy …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Rezwan</dc:creator>
  <cp:lastModifiedBy>EDC-SEIP</cp:lastModifiedBy>
  <cp:revision>11</cp:revision>
  <dcterms:created xsi:type="dcterms:W3CDTF">2021-10-23T05:40:18Z</dcterms:created>
  <dcterms:modified xsi:type="dcterms:W3CDTF">2023-10-08T04:17:55Z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LastSaved">
    <vt:filetime>2021-10-23T00:00:00Z</vt:filetime>
  </property>
</Properties>
</file>